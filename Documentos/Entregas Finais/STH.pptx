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8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8707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3643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2113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3087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5346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3545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5218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5737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6973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20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50395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992881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80102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79368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73563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29492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8691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6625B7E-D715-40B0-B5AC-96B9C638D613}" type="datetimeFigureOut">
              <a:rPr lang="pt-BR" smtClean="0"/>
              <a:t>23/06/2020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43F51265-0CD7-4127-A4C4-35401B2F006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45900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C24147-8F7C-43C2-8E5E-489EC0A54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Séries Temporais Hierárquicas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88B618E-2D99-4B1B-B671-2911B14E9F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Previsão de vendas unitárias de produtos de varejo</a:t>
            </a:r>
          </a:p>
        </p:txBody>
      </p:sp>
    </p:spTree>
    <p:extLst>
      <p:ext uri="{BB962C8B-B14F-4D97-AF65-F5344CB8AC3E}">
        <p14:creationId xmlns:p14="http://schemas.microsoft.com/office/powerpoint/2010/main" val="385772710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rdósia">
  <a:themeElements>
    <a:clrScheme name="Ardósia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Ardósia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rdósi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Ardósia</Template>
  <TotalTime>2</TotalTime>
  <Words>11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4" baseType="lpstr">
      <vt:lpstr>Calisto MT</vt:lpstr>
      <vt:lpstr>Wingdings 2</vt:lpstr>
      <vt:lpstr>Ardósia</vt:lpstr>
      <vt:lpstr>Séries Temporais Hierárquicas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Juliano Nassar</dc:creator>
  <cp:lastModifiedBy>Juliano Nassar</cp:lastModifiedBy>
  <cp:revision>2</cp:revision>
  <dcterms:created xsi:type="dcterms:W3CDTF">2020-06-23T11:13:19Z</dcterms:created>
  <dcterms:modified xsi:type="dcterms:W3CDTF">2020-06-23T11:15:45Z</dcterms:modified>
</cp:coreProperties>
</file>