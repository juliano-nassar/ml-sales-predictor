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77" r:id="rId13"/>
    <p:sldId id="280" r:id="rId14"/>
    <p:sldId id="278" r:id="rId15"/>
    <p:sldId id="268" r:id="rId16"/>
    <p:sldId id="275" r:id="rId17"/>
    <p:sldId id="274" r:id="rId18"/>
    <p:sldId id="284" r:id="rId19"/>
    <p:sldId id="279" r:id="rId20"/>
    <p:sldId id="282" r:id="rId21"/>
    <p:sldId id="281" r:id="rId22"/>
    <p:sldId id="271" r:id="rId23"/>
    <p:sldId id="269" r:id="rId24"/>
    <p:sldId id="276" r:id="rId25"/>
    <p:sldId id="272" r:id="rId26"/>
    <p:sldId id="273" r:id="rId27"/>
    <p:sldId id="27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70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64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11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8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34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54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21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73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97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20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039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9288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8010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936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356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949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69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625B7E-D715-40B0-B5AC-96B9C638D613}" type="datetimeFigureOut">
              <a:rPr lang="pt-BR" smtClean="0"/>
              <a:t>24/06/2020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3F51265-0CD7-4127-A4C4-35401B2F00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4590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svg"/><Relationship Id="rId4" Type="http://schemas.openxmlformats.org/officeDocument/2006/relationships/image" Target="../media/image8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svg"/><Relationship Id="rId4" Type="http://schemas.openxmlformats.org/officeDocument/2006/relationships/image" Target="../media/image8.pn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svg"/><Relationship Id="rId4" Type="http://schemas.openxmlformats.org/officeDocument/2006/relationships/image" Target="../media/image8.pn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svg"/><Relationship Id="rId4" Type="http://schemas.openxmlformats.org/officeDocument/2006/relationships/image" Target="../media/image8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YylPRX6z4Q&amp;t=298s" TargetMode="External"/><Relationship Id="rId2" Type="http://schemas.openxmlformats.org/officeDocument/2006/relationships/hyperlink" Target="https://youtu.be/nKJlF-olKm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texts.com/fpp2/" TargetMode="External"/><Relationship Id="rId5" Type="http://schemas.openxmlformats.org/officeDocument/2006/relationships/hyperlink" Target="https://medium.com/opex-analytics/hierarchical-time-series-101-734a3da15426" TargetMode="External"/><Relationship Id="rId4" Type="http://schemas.openxmlformats.org/officeDocument/2006/relationships/hyperlink" Target="https://www.kaggle.com/c/m5-forecasting-accuracy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24147-8F7C-43C2-8E5E-489EC0A54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Séries Temporais Hierárquicas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8B618E-2D99-4B1B-B671-2911B14E9F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Previsão de vendas unitárias de produtos de varejo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46735A8-85C4-4A22-9030-77D05B984700}"/>
              </a:ext>
            </a:extLst>
          </p:cNvPr>
          <p:cNvSpPr txBox="1">
            <a:spLocks/>
          </p:cNvSpPr>
          <p:nvPr/>
        </p:nvSpPr>
        <p:spPr>
          <a:xfrm>
            <a:off x="8540118" y="4634958"/>
            <a:ext cx="3368103" cy="182880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Juliano </a:t>
            </a:r>
            <a:r>
              <a:rPr lang="pt-BR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Nehme</a:t>
            </a:r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Nassar</a:t>
            </a:r>
          </a:p>
          <a:p>
            <a:pPr algn="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Alessandra </a:t>
            </a:r>
            <a:r>
              <a:rPr lang="pt-BR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Blucher</a:t>
            </a:r>
            <a:endParaRPr lang="pt-BR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772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646A9-BF4F-4FBB-89C3-6E8E8336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58078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pt-BR" dirty="0"/>
              <a:t>Prever as vendas unitárias de varejo do Walmart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1A5D38B-BED9-4270-9B74-F9F05D21669C}"/>
              </a:ext>
            </a:extLst>
          </p:cNvPr>
          <p:cNvSpPr txBox="1">
            <a:spLocks/>
          </p:cNvSpPr>
          <p:nvPr/>
        </p:nvSpPr>
        <p:spPr>
          <a:xfrm>
            <a:off x="-2271342" y="3317564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loja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6239E44-0CF4-45EC-9529-A638E421DDB5}"/>
              </a:ext>
            </a:extLst>
          </p:cNvPr>
          <p:cNvSpPr txBox="1">
            <a:spLocks/>
          </p:cNvSpPr>
          <p:nvPr/>
        </p:nvSpPr>
        <p:spPr>
          <a:xfrm>
            <a:off x="-2271342" y="2594424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estado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536C14D-6A52-4067-BE27-F022C33C8DD2}"/>
              </a:ext>
            </a:extLst>
          </p:cNvPr>
          <p:cNvSpPr txBox="1">
            <a:spLocks/>
          </p:cNvSpPr>
          <p:nvPr/>
        </p:nvSpPr>
        <p:spPr>
          <a:xfrm>
            <a:off x="-2271342" y="3994008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categoria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75D17F4-ABFD-4B28-B0E3-346E04D632A5}"/>
              </a:ext>
            </a:extLst>
          </p:cNvPr>
          <p:cNvSpPr txBox="1">
            <a:spLocks/>
          </p:cNvSpPr>
          <p:nvPr/>
        </p:nvSpPr>
        <p:spPr>
          <a:xfrm>
            <a:off x="-2271342" y="5577643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item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C0438C9-6BB2-4D5A-9536-B0E8419F87FF}"/>
              </a:ext>
            </a:extLst>
          </p:cNvPr>
          <p:cNvSpPr txBox="1">
            <a:spLocks/>
          </p:cNvSpPr>
          <p:nvPr/>
        </p:nvSpPr>
        <p:spPr>
          <a:xfrm>
            <a:off x="-2271342" y="1828528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Total de vendas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D69E7D2-7B89-432C-8C93-AF0D8B082F94}"/>
              </a:ext>
            </a:extLst>
          </p:cNvPr>
          <p:cNvSpPr txBox="1">
            <a:spLocks/>
          </p:cNvSpPr>
          <p:nvPr/>
        </p:nvSpPr>
        <p:spPr>
          <a:xfrm>
            <a:off x="-2271342" y="4806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departamento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FFD0921-4B46-4B60-AF13-9AB5CAA28E0A}"/>
              </a:ext>
            </a:extLst>
          </p:cNvPr>
          <p:cNvSpPr txBox="1">
            <a:spLocks/>
          </p:cNvSpPr>
          <p:nvPr/>
        </p:nvSpPr>
        <p:spPr>
          <a:xfrm>
            <a:off x="5998928" y="2691355"/>
            <a:ext cx="4322232" cy="190067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28 dias</a:t>
            </a:r>
          </a:p>
        </p:txBody>
      </p:sp>
    </p:spTree>
    <p:extLst>
      <p:ext uri="{BB962C8B-B14F-4D97-AF65-F5344CB8AC3E}">
        <p14:creationId xmlns:p14="http://schemas.microsoft.com/office/powerpoint/2010/main" val="1622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767D6-47CA-4A07-8DBC-C43B04A3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série temporal hierárquica?</a:t>
            </a:r>
          </a:p>
        </p:txBody>
      </p:sp>
      <p:pic>
        <p:nvPicPr>
          <p:cNvPr id="6" name="Gráfico 5" descr="Curativo adesivo">
            <a:extLst>
              <a:ext uri="{FF2B5EF4-FFF2-40B4-BE49-F238E27FC236}">
                <a16:creationId xmlns:a16="http://schemas.microsoft.com/office/drawing/2014/main" id="{B9AB8C4E-A686-4D1B-992A-6106EE3B1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9365" y="5081266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pic>
        <p:nvPicPr>
          <p:cNvPr id="8" name="Gráfico 7" descr="Alterações e ajustes">
            <a:extLst>
              <a:ext uri="{FF2B5EF4-FFF2-40B4-BE49-F238E27FC236}">
                <a16:creationId xmlns:a16="http://schemas.microsoft.com/office/drawing/2014/main" id="{CCF51859-9E8F-4C46-9D60-3FB0B495E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8146" y="5081266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pic>
        <p:nvPicPr>
          <p:cNvPr id="10" name="Gráfico 9" descr="Banana">
            <a:extLst>
              <a:ext uri="{FF2B5EF4-FFF2-40B4-BE49-F238E27FC236}">
                <a16:creationId xmlns:a16="http://schemas.microsoft.com/office/drawing/2014/main" id="{D8B15923-3BF1-4AAE-B50C-E2DE66BC6A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0965" y="5081266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pic>
        <p:nvPicPr>
          <p:cNvPr id="12" name="Gráfico 11" descr="Loja">
            <a:extLst>
              <a:ext uri="{FF2B5EF4-FFF2-40B4-BE49-F238E27FC236}">
                <a16:creationId xmlns:a16="http://schemas.microsoft.com/office/drawing/2014/main" id="{2E438729-8104-4351-A1AB-1DECD24F5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19365" y="3797933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E502529-1268-4412-94DF-F01B25047ED7}"/>
              </a:ext>
            </a:extLst>
          </p:cNvPr>
          <p:cNvCxnSpPr>
            <a:stCxn id="8" idx="0"/>
            <a:endCxn id="12" idx="1"/>
          </p:cNvCxnSpPr>
          <p:nvPr/>
        </p:nvCxnSpPr>
        <p:spPr>
          <a:xfrm flipV="1">
            <a:off x="1905346" y="4255133"/>
            <a:ext cx="1014019" cy="82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BF63FAD-873D-4841-96E8-4766EC256B65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V="1">
            <a:off x="3376565" y="4712333"/>
            <a:ext cx="0" cy="3689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E3F93268-F77E-422A-90F9-C32B68DF19D9}"/>
              </a:ext>
            </a:extLst>
          </p:cNvPr>
          <p:cNvCxnSpPr>
            <a:cxnSpLocks/>
            <a:stCxn id="10" idx="0"/>
            <a:endCxn id="12" idx="3"/>
          </p:cNvCxnSpPr>
          <p:nvPr/>
        </p:nvCxnSpPr>
        <p:spPr>
          <a:xfrm flipH="1" flipV="1">
            <a:off x="3833765" y="4255133"/>
            <a:ext cx="914400" cy="82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4" name="Gráfico 33" descr="Curativo adesivo">
            <a:extLst>
              <a:ext uri="{FF2B5EF4-FFF2-40B4-BE49-F238E27FC236}">
                <a16:creationId xmlns:a16="http://schemas.microsoft.com/office/drawing/2014/main" id="{42A12747-305E-4E4C-9901-30EA583FE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731" y="5081266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pic>
        <p:nvPicPr>
          <p:cNvPr id="35" name="Gráfico 34" descr="Alterações e ajustes">
            <a:extLst>
              <a:ext uri="{FF2B5EF4-FFF2-40B4-BE49-F238E27FC236}">
                <a16:creationId xmlns:a16="http://schemas.microsoft.com/office/drawing/2014/main" id="{A69BDCB7-8809-4AED-80FB-3DE592EAF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41512" y="5081266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pic>
        <p:nvPicPr>
          <p:cNvPr id="36" name="Gráfico 35" descr="Banana">
            <a:extLst>
              <a:ext uri="{FF2B5EF4-FFF2-40B4-BE49-F238E27FC236}">
                <a16:creationId xmlns:a16="http://schemas.microsoft.com/office/drawing/2014/main" id="{FC75F068-5F0E-4AD9-8395-998EBCF90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84331" y="5081266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pic>
        <p:nvPicPr>
          <p:cNvPr id="37" name="Gráfico 36" descr="Loja">
            <a:extLst>
              <a:ext uri="{FF2B5EF4-FFF2-40B4-BE49-F238E27FC236}">
                <a16:creationId xmlns:a16="http://schemas.microsoft.com/office/drawing/2014/main" id="{87AB556D-C96A-4DE4-A7D0-1F8A11D831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2731" y="3797933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91000"/>
              </a:prstClr>
            </a:outerShdw>
          </a:effectLst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F538ADC0-3073-46AF-939E-8FD1861B04E2}"/>
              </a:ext>
            </a:extLst>
          </p:cNvPr>
          <p:cNvCxnSpPr>
            <a:stCxn id="35" idx="0"/>
            <a:endCxn id="37" idx="1"/>
          </p:cNvCxnSpPr>
          <p:nvPr/>
        </p:nvCxnSpPr>
        <p:spPr>
          <a:xfrm flipV="1">
            <a:off x="6798712" y="4255133"/>
            <a:ext cx="1014019" cy="82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A21DF71-61F1-41B8-9E95-2182EDC55F72}"/>
              </a:ext>
            </a:extLst>
          </p:cNvPr>
          <p:cNvCxnSpPr>
            <a:cxnSpLocks/>
            <a:stCxn id="34" idx="0"/>
            <a:endCxn id="37" idx="2"/>
          </p:cNvCxnSpPr>
          <p:nvPr/>
        </p:nvCxnSpPr>
        <p:spPr>
          <a:xfrm flipV="1">
            <a:off x="8269931" y="4712333"/>
            <a:ext cx="0" cy="3689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992B1D76-5F8F-4308-95E6-D11D868DD683}"/>
              </a:ext>
            </a:extLst>
          </p:cNvPr>
          <p:cNvCxnSpPr>
            <a:cxnSpLocks/>
            <a:stCxn id="36" idx="0"/>
            <a:endCxn id="37" idx="3"/>
          </p:cNvCxnSpPr>
          <p:nvPr/>
        </p:nvCxnSpPr>
        <p:spPr>
          <a:xfrm flipH="1" flipV="1">
            <a:off x="8727131" y="4255133"/>
            <a:ext cx="914400" cy="82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Retângulo 40">
            <a:extLst>
              <a:ext uri="{FF2B5EF4-FFF2-40B4-BE49-F238E27FC236}">
                <a16:creationId xmlns:a16="http://schemas.microsoft.com/office/drawing/2014/main" id="{97392A6D-10E3-44FE-B908-0D9C8B53ABD1}"/>
              </a:ext>
            </a:extLst>
          </p:cNvPr>
          <p:cNvSpPr/>
          <p:nvPr/>
        </p:nvSpPr>
        <p:spPr>
          <a:xfrm>
            <a:off x="5205365" y="2003191"/>
            <a:ext cx="1424035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São Paulo</a:t>
            </a: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7C32A3A-40A5-4E04-BB26-9B002D68D23C}"/>
              </a:ext>
            </a:extLst>
          </p:cNvPr>
          <p:cNvCxnSpPr>
            <a:cxnSpLocks/>
            <a:stCxn id="12" idx="0"/>
            <a:endCxn id="41" idx="1"/>
          </p:cNvCxnSpPr>
          <p:nvPr/>
        </p:nvCxnSpPr>
        <p:spPr>
          <a:xfrm flipV="1">
            <a:off x="3376565" y="2460391"/>
            <a:ext cx="1828800" cy="1337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91304850-47C8-44F4-BA55-DF659282035D}"/>
              </a:ext>
            </a:extLst>
          </p:cNvPr>
          <p:cNvCxnSpPr>
            <a:cxnSpLocks/>
            <a:stCxn id="37" idx="0"/>
            <a:endCxn id="41" idx="3"/>
          </p:cNvCxnSpPr>
          <p:nvPr/>
        </p:nvCxnSpPr>
        <p:spPr>
          <a:xfrm flipH="1" flipV="1">
            <a:off x="6629400" y="2460391"/>
            <a:ext cx="1640531" cy="1337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05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767D6-47CA-4A07-8DBC-C43B04A3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série temporal hierárquica?</a:t>
            </a:r>
          </a:p>
        </p:txBody>
      </p: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7EB36412-98F7-4E44-84FF-6023FE81E04B}"/>
              </a:ext>
            </a:extLst>
          </p:cNvPr>
          <p:cNvGrpSpPr/>
          <p:nvPr/>
        </p:nvGrpSpPr>
        <p:grpSpPr>
          <a:xfrm>
            <a:off x="465563" y="2060258"/>
            <a:ext cx="11250226" cy="3955685"/>
            <a:chOff x="149087" y="2080136"/>
            <a:chExt cx="11250226" cy="3955685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B4EB69CA-A149-4995-9ABC-308DA5FE3FDD}"/>
                </a:ext>
              </a:extLst>
            </p:cNvPr>
            <p:cNvGrpSpPr/>
            <p:nvPr/>
          </p:nvGrpSpPr>
          <p:grpSpPr>
            <a:xfrm>
              <a:off x="149087" y="4214590"/>
              <a:ext cx="4058132" cy="1821231"/>
              <a:chOff x="1448146" y="2003191"/>
              <a:chExt cx="8650585" cy="3992475"/>
            </a:xfrm>
          </p:grpSpPr>
          <p:pic>
            <p:nvPicPr>
              <p:cNvPr id="6" name="Gráfico 5" descr="Curativo adesivo">
                <a:extLst>
                  <a:ext uri="{FF2B5EF4-FFF2-40B4-BE49-F238E27FC236}">
                    <a16:creationId xmlns:a16="http://schemas.microsoft.com/office/drawing/2014/main" id="{B9AB8C4E-A686-4D1B-992A-6106EE3B1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8" name="Gráfico 7" descr="Alterações e ajustes">
                <a:extLst>
                  <a:ext uri="{FF2B5EF4-FFF2-40B4-BE49-F238E27FC236}">
                    <a16:creationId xmlns:a16="http://schemas.microsoft.com/office/drawing/2014/main" id="{CCF51859-9E8F-4C46-9D60-3FB0B495E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0" name="Gráfico 9" descr="Banana">
                <a:extLst>
                  <a:ext uri="{FF2B5EF4-FFF2-40B4-BE49-F238E27FC236}">
                    <a16:creationId xmlns:a16="http://schemas.microsoft.com/office/drawing/2014/main" id="{D8B15923-3BF1-4AAE-B50C-E2DE66BC6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2" name="Gráfico 11" descr="Loja">
                <a:extLst>
                  <a:ext uri="{FF2B5EF4-FFF2-40B4-BE49-F238E27FC236}">
                    <a16:creationId xmlns:a16="http://schemas.microsoft.com/office/drawing/2014/main" id="{2E438729-8104-4351-A1AB-1DECD24F5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5E502529-1268-4412-94DF-F01B25047ED7}"/>
                  </a:ext>
                </a:extLst>
              </p:cNvPr>
              <p:cNvCxnSpPr>
                <a:stCxn id="8" idx="0"/>
                <a:endCxn id="12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de Seta Reta 18">
                <a:extLst>
                  <a:ext uri="{FF2B5EF4-FFF2-40B4-BE49-F238E27FC236}">
                    <a16:creationId xmlns:a16="http://schemas.microsoft.com/office/drawing/2014/main" id="{3BF63FAD-873D-4841-96E8-4766EC256B65}"/>
                  </a:ext>
                </a:extLst>
              </p:cNvPr>
              <p:cNvCxnSpPr>
                <a:cxnSpLocks/>
                <a:stCxn id="6" idx="0"/>
                <a:endCxn id="12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E3F93268-F77E-422A-90F9-C32B68DF19D9}"/>
                  </a:ext>
                </a:extLst>
              </p:cNvPr>
              <p:cNvCxnSpPr>
                <a:cxnSpLocks/>
                <a:stCxn id="10" idx="0"/>
                <a:endCxn id="12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4" name="Gráfico 33" descr="Curativo adesivo">
                <a:extLst>
                  <a:ext uri="{FF2B5EF4-FFF2-40B4-BE49-F238E27FC236}">
                    <a16:creationId xmlns:a16="http://schemas.microsoft.com/office/drawing/2014/main" id="{42A12747-305E-4E4C-9901-30EA583FE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5" name="Gráfico 34" descr="Alterações e ajustes">
                <a:extLst>
                  <a:ext uri="{FF2B5EF4-FFF2-40B4-BE49-F238E27FC236}">
                    <a16:creationId xmlns:a16="http://schemas.microsoft.com/office/drawing/2014/main" id="{A69BDCB7-8809-4AED-80FB-3DE592EAFD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6" name="Gráfico 35" descr="Banana">
                <a:extLst>
                  <a:ext uri="{FF2B5EF4-FFF2-40B4-BE49-F238E27FC236}">
                    <a16:creationId xmlns:a16="http://schemas.microsoft.com/office/drawing/2014/main" id="{FC75F068-5F0E-4AD9-8395-998EBCF90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7" name="Gráfico 36" descr="Loja">
                <a:extLst>
                  <a:ext uri="{FF2B5EF4-FFF2-40B4-BE49-F238E27FC236}">
                    <a16:creationId xmlns:a16="http://schemas.microsoft.com/office/drawing/2014/main" id="{87AB556D-C96A-4DE4-A7D0-1F8A11D831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38" name="Conector de Seta Reta 37">
                <a:extLst>
                  <a:ext uri="{FF2B5EF4-FFF2-40B4-BE49-F238E27FC236}">
                    <a16:creationId xmlns:a16="http://schemas.microsoft.com/office/drawing/2014/main" id="{F538ADC0-3073-46AF-939E-8FD1861B04E2}"/>
                  </a:ext>
                </a:extLst>
              </p:cNvPr>
              <p:cNvCxnSpPr>
                <a:stCxn id="35" idx="0"/>
                <a:endCxn id="37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de Seta Reta 38">
                <a:extLst>
                  <a:ext uri="{FF2B5EF4-FFF2-40B4-BE49-F238E27FC236}">
                    <a16:creationId xmlns:a16="http://schemas.microsoft.com/office/drawing/2014/main" id="{9A21DF71-61F1-41B8-9E95-2182EDC55F72}"/>
                  </a:ext>
                </a:extLst>
              </p:cNvPr>
              <p:cNvCxnSpPr>
                <a:cxnSpLocks/>
                <a:stCxn id="34" idx="0"/>
                <a:endCxn id="37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992B1D76-5F8F-4308-95E6-D11D868DD683}"/>
                  </a:ext>
                </a:extLst>
              </p:cNvPr>
              <p:cNvCxnSpPr>
                <a:cxnSpLocks/>
                <a:stCxn id="36" idx="0"/>
                <a:endCxn id="37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97392A6D-10E3-44FE-B908-0D9C8B53ABD1}"/>
                  </a:ext>
                </a:extLst>
              </p:cNvPr>
              <p:cNvSpPr/>
              <p:nvPr/>
            </p:nvSpPr>
            <p:spPr>
              <a:xfrm>
                <a:off x="5205365" y="2003191"/>
                <a:ext cx="1424035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/>
                  <a:t>São Paulo</a:t>
                </a:r>
              </a:p>
            </p:txBody>
          </p:sp>
          <p:cxnSp>
            <p:nvCxnSpPr>
              <p:cNvPr id="42" name="Conector de Seta Reta 41">
                <a:extLst>
                  <a:ext uri="{FF2B5EF4-FFF2-40B4-BE49-F238E27FC236}">
                    <a16:creationId xmlns:a16="http://schemas.microsoft.com/office/drawing/2014/main" id="{47C32A3A-40A5-4E04-BB26-9B002D68D23C}"/>
                  </a:ext>
                </a:extLst>
              </p:cNvPr>
              <p:cNvCxnSpPr>
                <a:cxnSpLocks/>
                <a:stCxn id="12" idx="0"/>
                <a:endCxn id="41" idx="1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e Seta Reta 44">
                <a:extLst>
                  <a:ext uri="{FF2B5EF4-FFF2-40B4-BE49-F238E27FC236}">
                    <a16:creationId xmlns:a16="http://schemas.microsoft.com/office/drawing/2014/main" id="{91304850-47C8-44F4-BA55-DF659282035D}"/>
                  </a:ext>
                </a:extLst>
              </p:cNvPr>
              <p:cNvCxnSpPr>
                <a:cxnSpLocks/>
                <a:stCxn id="37" idx="0"/>
                <a:endCxn id="41" idx="3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82B9446F-210F-426D-9FAE-50F032501550}"/>
                </a:ext>
              </a:extLst>
            </p:cNvPr>
            <p:cNvGrpSpPr/>
            <p:nvPr/>
          </p:nvGrpSpPr>
          <p:grpSpPr>
            <a:xfrm>
              <a:off x="7341181" y="4214590"/>
              <a:ext cx="4058132" cy="1821231"/>
              <a:chOff x="1448146" y="2003191"/>
              <a:chExt cx="8650585" cy="3992475"/>
            </a:xfrm>
          </p:grpSpPr>
          <p:pic>
            <p:nvPicPr>
              <p:cNvPr id="22" name="Gráfico 21" descr="Curativo adesivo">
                <a:extLst>
                  <a:ext uri="{FF2B5EF4-FFF2-40B4-BE49-F238E27FC236}">
                    <a16:creationId xmlns:a16="http://schemas.microsoft.com/office/drawing/2014/main" id="{5A8BAA3F-4DDE-4D36-833F-48B433B33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4" name="Gráfico 23" descr="Alterações e ajustes">
                <a:extLst>
                  <a:ext uri="{FF2B5EF4-FFF2-40B4-BE49-F238E27FC236}">
                    <a16:creationId xmlns:a16="http://schemas.microsoft.com/office/drawing/2014/main" id="{5C5C4BB2-5BF6-44E2-B450-DF601502C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5" name="Gráfico 24" descr="Banana">
                <a:extLst>
                  <a:ext uri="{FF2B5EF4-FFF2-40B4-BE49-F238E27FC236}">
                    <a16:creationId xmlns:a16="http://schemas.microsoft.com/office/drawing/2014/main" id="{8D148A04-B537-4C8F-A439-C4D083AF5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6" name="Gráfico 25" descr="Loja">
                <a:extLst>
                  <a:ext uri="{FF2B5EF4-FFF2-40B4-BE49-F238E27FC236}">
                    <a16:creationId xmlns:a16="http://schemas.microsoft.com/office/drawing/2014/main" id="{6E77D003-85F1-4602-9B94-881F8B3AC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27" name="Conector de Seta Reta 26">
                <a:extLst>
                  <a:ext uri="{FF2B5EF4-FFF2-40B4-BE49-F238E27FC236}">
                    <a16:creationId xmlns:a16="http://schemas.microsoft.com/office/drawing/2014/main" id="{9711C2AF-A5AF-47A5-8355-90634784C994}"/>
                  </a:ext>
                </a:extLst>
              </p:cNvPr>
              <p:cNvCxnSpPr>
                <a:stCxn id="24" idx="0"/>
                <a:endCxn id="26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0F235129-77CF-483E-A5B5-20A9EF9675C3}"/>
                  </a:ext>
                </a:extLst>
              </p:cNvPr>
              <p:cNvCxnSpPr>
                <a:cxnSpLocks/>
                <a:stCxn id="22" idx="0"/>
                <a:endCxn id="26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de Seta Reta 28">
                <a:extLst>
                  <a:ext uri="{FF2B5EF4-FFF2-40B4-BE49-F238E27FC236}">
                    <a16:creationId xmlns:a16="http://schemas.microsoft.com/office/drawing/2014/main" id="{F9C1B692-4681-4F11-B67E-E8B6EA5EF106}"/>
                  </a:ext>
                </a:extLst>
              </p:cNvPr>
              <p:cNvCxnSpPr>
                <a:cxnSpLocks/>
                <a:stCxn id="25" idx="0"/>
                <a:endCxn id="26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Gráfico 29" descr="Curativo adesivo">
                <a:extLst>
                  <a:ext uri="{FF2B5EF4-FFF2-40B4-BE49-F238E27FC236}">
                    <a16:creationId xmlns:a16="http://schemas.microsoft.com/office/drawing/2014/main" id="{2655DD8D-7A17-4652-B840-2E7810AA0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1" name="Gráfico 30" descr="Alterações e ajustes">
                <a:extLst>
                  <a:ext uri="{FF2B5EF4-FFF2-40B4-BE49-F238E27FC236}">
                    <a16:creationId xmlns:a16="http://schemas.microsoft.com/office/drawing/2014/main" id="{0F001719-BA5F-4E86-AA6A-3FDCEE049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2" name="Gráfico 31" descr="Banana">
                <a:extLst>
                  <a:ext uri="{FF2B5EF4-FFF2-40B4-BE49-F238E27FC236}">
                    <a16:creationId xmlns:a16="http://schemas.microsoft.com/office/drawing/2014/main" id="{E82B9560-1824-4195-8572-85D7034B1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3" name="Gráfico 32" descr="Loja">
                <a:extLst>
                  <a:ext uri="{FF2B5EF4-FFF2-40B4-BE49-F238E27FC236}">
                    <a16:creationId xmlns:a16="http://schemas.microsoft.com/office/drawing/2014/main" id="{B6501E01-C591-438D-BD64-4AB0B58495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43" name="Conector de Seta Reta 42">
                <a:extLst>
                  <a:ext uri="{FF2B5EF4-FFF2-40B4-BE49-F238E27FC236}">
                    <a16:creationId xmlns:a16="http://schemas.microsoft.com/office/drawing/2014/main" id="{DDB863F9-C0D4-4700-ACE4-520BB7A6BC95}"/>
                  </a:ext>
                </a:extLst>
              </p:cNvPr>
              <p:cNvCxnSpPr>
                <a:stCxn id="31" idx="0"/>
                <a:endCxn id="33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e Seta Reta 43">
                <a:extLst>
                  <a:ext uri="{FF2B5EF4-FFF2-40B4-BE49-F238E27FC236}">
                    <a16:creationId xmlns:a16="http://schemas.microsoft.com/office/drawing/2014/main" id="{98472A29-4B07-4388-ABDE-36D9A8073BE3}"/>
                  </a:ext>
                </a:extLst>
              </p:cNvPr>
              <p:cNvCxnSpPr>
                <a:cxnSpLocks/>
                <a:stCxn id="30" idx="0"/>
                <a:endCxn id="33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de Seta Reta 45">
                <a:extLst>
                  <a:ext uri="{FF2B5EF4-FFF2-40B4-BE49-F238E27FC236}">
                    <a16:creationId xmlns:a16="http://schemas.microsoft.com/office/drawing/2014/main" id="{895AD267-4DB7-4181-8C3A-B7513247298C}"/>
                  </a:ext>
                </a:extLst>
              </p:cNvPr>
              <p:cNvCxnSpPr>
                <a:cxnSpLocks/>
                <a:stCxn id="32" idx="0"/>
                <a:endCxn id="33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9E8327B3-6863-4762-A067-33A1A178520B}"/>
                  </a:ext>
                </a:extLst>
              </p:cNvPr>
              <p:cNvSpPr/>
              <p:nvPr/>
            </p:nvSpPr>
            <p:spPr>
              <a:xfrm>
                <a:off x="5205365" y="2003191"/>
                <a:ext cx="1424035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/>
                  <a:t>Rio de Janeiro</a:t>
                </a:r>
              </a:p>
            </p:txBody>
          </p:sp>
          <p:cxnSp>
            <p:nvCxnSpPr>
              <p:cNvPr id="48" name="Conector de Seta Reta 47">
                <a:extLst>
                  <a:ext uri="{FF2B5EF4-FFF2-40B4-BE49-F238E27FC236}">
                    <a16:creationId xmlns:a16="http://schemas.microsoft.com/office/drawing/2014/main" id="{FBEB9B22-1404-40C5-A39E-4834EE57389B}"/>
                  </a:ext>
                </a:extLst>
              </p:cNvPr>
              <p:cNvCxnSpPr>
                <a:cxnSpLocks/>
                <a:stCxn id="26" idx="0"/>
                <a:endCxn id="47" idx="1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de Seta Reta 48">
                <a:extLst>
                  <a:ext uri="{FF2B5EF4-FFF2-40B4-BE49-F238E27FC236}">
                    <a16:creationId xmlns:a16="http://schemas.microsoft.com/office/drawing/2014/main" id="{7E50C7B2-B66C-42B9-8DC4-1B8F9544EC99}"/>
                  </a:ext>
                </a:extLst>
              </p:cNvPr>
              <p:cNvCxnSpPr>
                <a:cxnSpLocks/>
                <a:stCxn id="33" idx="0"/>
                <a:endCxn id="47" idx="3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Conector de Seta Reta 67">
              <a:extLst>
                <a:ext uri="{FF2B5EF4-FFF2-40B4-BE49-F238E27FC236}">
                  <a16:creationId xmlns:a16="http://schemas.microsoft.com/office/drawing/2014/main" id="{09D99F38-8E42-4B39-B2C5-7DAA14C9739B}"/>
                </a:ext>
              </a:extLst>
            </p:cNvPr>
            <p:cNvCxnSpPr>
              <a:cxnSpLocks/>
              <a:stCxn id="41" idx="0"/>
              <a:endCxn id="70" idx="1"/>
            </p:cNvCxnSpPr>
            <p:nvPr/>
          </p:nvCxnSpPr>
          <p:spPr>
            <a:xfrm flipV="1">
              <a:off x="2245679" y="2511820"/>
              <a:ext cx="2574799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de Seta Reta 68">
              <a:extLst>
                <a:ext uri="{FF2B5EF4-FFF2-40B4-BE49-F238E27FC236}">
                  <a16:creationId xmlns:a16="http://schemas.microsoft.com/office/drawing/2014/main" id="{D03BE587-EA64-4ADB-B875-FDCCA7611027}"/>
                </a:ext>
              </a:extLst>
            </p:cNvPr>
            <p:cNvCxnSpPr>
              <a:cxnSpLocks/>
              <a:stCxn id="47" idx="0"/>
              <a:endCxn id="70" idx="3"/>
            </p:cNvCxnSpPr>
            <p:nvPr/>
          </p:nvCxnSpPr>
          <p:spPr>
            <a:xfrm flipH="1" flipV="1">
              <a:off x="6090676" y="2511820"/>
              <a:ext cx="3347097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C95E57FC-D68E-4D99-9871-57191D142FAD}"/>
                </a:ext>
              </a:extLst>
            </p:cNvPr>
            <p:cNvSpPr/>
            <p:nvPr/>
          </p:nvSpPr>
          <p:spPr>
            <a:xfrm>
              <a:off x="4820478" y="2080136"/>
              <a:ext cx="1270198" cy="863367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Brasil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E7AE03E-EF2C-40E3-89CC-BFFC93C8867E}"/>
                </a:ext>
              </a:extLst>
            </p:cNvPr>
            <p:cNvSpPr txBox="1"/>
            <p:nvPr/>
          </p:nvSpPr>
          <p:spPr>
            <a:xfrm>
              <a:off x="4942071" y="3736861"/>
              <a:ext cx="12820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0" dirty="0">
                  <a:solidFill>
                    <a:srgbClr val="BC451B"/>
                  </a:solidFill>
                </a:rPr>
                <a:t>...</a:t>
              </a:r>
            </a:p>
          </p:txBody>
        </p:sp>
        <p:cxnSp>
          <p:nvCxnSpPr>
            <p:cNvPr id="71" name="Conector de Seta Reta 70">
              <a:extLst>
                <a:ext uri="{FF2B5EF4-FFF2-40B4-BE49-F238E27FC236}">
                  <a16:creationId xmlns:a16="http://schemas.microsoft.com/office/drawing/2014/main" id="{C0D361C2-D1BC-44A8-8F8F-272E0D22E336}"/>
                </a:ext>
              </a:extLst>
            </p:cNvPr>
            <p:cNvCxnSpPr>
              <a:cxnSpLocks/>
              <a:endCxn id="70" idx="2"/>
            </p:cNvCxnSpPr>
            <p:nvPr/>
          </p:nvCxnSpPr>
          <p:spPr>
            <a:xfrm flipV="1">
              <a:off x="5455577" y="2943503"/>
              <a:ext cx="0" cy="147964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463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929E7-7E0D-48AD-A2BE-4B685475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pt-BR" dirty="0"/>
              <a:t>Como abordar o Problema?</a:t>
            </a:r>
          </a:p>
        </p:txBody>
      </p:sp>
    </p:spTree>
    <p:extLst>
      <p:ext uri="{BB962C8B-B14F-4D97-AF65-F5344CB8AC3E}">
        <p14:creationId xmlns:p14="http://schemas.microsoft.com/office/powerpoint/2010/main" val="391151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9B4F4-4281-4C58-8500-8AD42096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 </a:t>
            </a:r>
            <a:r>
              <a:rPr lang="pt-BR" dirty="0" err="1"/>
              <a:t>down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7815972-5F24-42CF-9845-C74D860E4BC8}"/>
              </a:ext>
            </a:extLst>
          </p:cNvPr>
          <p:cNvGrpSpPr/>
          <p:nvPr/>
        </p:nvGrpSpPr>
        <p:grpSpPr>
          <a:xfrm>
            <a:off x="465563" y="2491942"/>
            <a:ext cx="11250226" cy="3524001"/>
            <a:chOff x="149087" y="2511820"/>
            <a:chExt cx="11250226" cy="3524001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0D4F76DA-B5DF-46D9-B2DD-2802C378464D}"/>
                </a:ext>
              </a:extLst>
            </p:cNvPr>
            <p:cNvGrpSpPr/>
            <p:nvPr/>
          </p:nvGrpSpPr>
          <p:grpSpPr>
            <a:xfrm>
              <a:off x="149087" y="4423149"/>
              <a:ext cx="4058132" cy="1612672"/>
              <a:chOff x="1448146" y="2460391"/>
              <a:chExt cx="8650585" cy="3535275"/>
            </a:xfrm>
          </p:grpSpPr>
          <p:pic>
            <p:nvPicPr>
              <p:cNvPr id="29" name="Gráfico 28" descr="Curativo adesivo">
                <a:extLst>
                  <a:ext uri="{FF2B5EF4-FFF2-40B4-BE49-F238E27FC236}">
                    <a16:creationId xmlns:a16="http://schemas.microsoft.com/office/drawing/2014/main" id="{99589373-9E38-4168-A310-3F9449CED9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0" name="Gráfico 29" descr="Alterações e ajustes">
                <a:extLst>
                  <a:ext uri="{FF2B5EF4-FFF2-40B4-BE49-F238E27FC236}">
                    <a16:creationId xmlns:a16="http://schemas.microsoft.com/office/drawing/2014/main" id="{3E9B7252-8F9E-4B95-91A8-B3FBEFA82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1" name="Gráfico 30" descr="Banana">
                <a:extLst>
                  <a:ext uri="{FF2B5EF4-FFF2-40B4-BE49-F238E27FC236}">
                    <a16:creationId xmlns:a16="http://schemas.microsoft.com/office/drawing/2014/main" id="{0224FE91-933C-4CDA-8D57-751360077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2" name="Gráfico 31" descr="Loja">
                <a:extLst>
                  <a:ext uri="{FF2B5EF4-FFF2-40B4-BE49-F238E27FC236}">
                    <a16:creationId xmlns:a16="http://schemas.microsoft.com/office/drawing/2014/main" id="{C013AEDB-4BC4-4D11-A45A-2FAE38402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33" name="Conector de Seta Reta 32">
                <a:extLst>
                  <a:ext uri="{FF2B5EF4-FFF2-40B4-BE49-F238E27FC236}">
                    <a16:creationId xmlns:a16="http://schemas.microsoft.com/office/drawing/2014/main" id="{52545C52-4E0C-4D85-90C0-870B1D9273D1}"/>
                  </a:ext>
                </a:extLst>
              </p:cNvPr>
              <p:cNvCxnSpPr>
                <a:stCxn id="30" idx="0"/>
                <a:endCxn id="32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e Seta Reta 33">
                <a:extLst>
                  <a:ext uri="{FF2B5EF4-FFF2-40B4-BE49-F238E27FC236}">
                    <a16:creationId xmlns:a16="http://schemas.microsoft.com/office/drawing/2014/main" id="{370B8C1B-314A-42BB-84B2-D33557AD1E7D}"/>
                  </a:ext>
                </a:extLst>
              </p:cNvPr>
              <p:cNvCxnSpPr>
                <a:cxnSpLocks/>
                <a:stCxn id="29" idx="0"/>
                <a:endCxn id="32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e Seta Reta 34">
                <a:extLst>
                  <a:ext uri="{FF2B5EF4-FFF2-40B4-BE49-F238E27FC236}">
                    <a16:creationId xmlns:a16="http://schemas.microsoft.com/office/drawing/2014/main" id="{44825600-6ACD-4FC1-B0F5-36BAF88D5827}"/>
                  </a:ext>
                </a:extLst>
              </p:cNvPr>
              <p:cNvCxnSpPr>
                <a:cxnSpLocks/>
                <a:stCxn id="31" idx="0"/>
                <a:endCxn id="32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Gráfico 35" descr="Curativo adesivo">
                <a:extLst>
                  <a:ext uri="{FF2B5EF4-FFF2-40B4-BE49-F238E27FC236}">
                    <a16:creationId xmlns:a16="http://schemas.microsoft.com/office/drawing/2014/main" id="{1622918A-AE75-4D24-8DF3-ADED3A8ED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7" name="Gráfico 36" descr="Alterações e ajustes">
                <a:extLst>
                  <a:ext uri="{FF2B5EF4-FFF2-40B4-BE49-F238E27FC236}">
                    <a16:creationId xmlns:a16="http://schemas.microsoft.com/office/drawing/2014/main" id="{D2C35D53-6088-47A0-B5E3-6C3FBEC6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8" name="Gráfico 37" descr="Banana">
                <a:extLst>
                  <a:ext uri="{FF2B5EF4-FFF2-40B4-BE49-F238E27FC236}">
                    <a16:creationId xmlns:a16="http://schemas.microsoft.com/office/drawing/2014/main" id="{190B4CF0-3062-4F0A-A1A2-EFD3243B6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9" name="Gráfico 38" descr="Loja">
                <a:extLst>
                  <a:ext uri="{FF2B5EF4-FFF2-40B4-BE49-F238E27FC236}">
                    <a16:creationId xmlns:a16="http://schemas.microsoft.com/office/drawing/2014/main" id="{EC2B46B7-8379-43C8-BA61-3AD30BA3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0CF0F473-74FA-4270-8BEA-C5F897236366}"/>
                  </a:ext>
                </a:extLst>
              </p:cNvPr>
              <p:cNvCxnSpPr>
                <a:stCxn id="37" idx="0"/>
                <a:endCxn id="39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de Seta Reta 40">
                <a:extLst>
                  <a:ext uri="{FF2B5EF4-FFF2-40B4-BE49-F238E27FC236}">
                    <a16:creationId xmlns:a16="http://schemas.microsoft.com/office/drawing/2014/main" id="{06E9D43B-1D24-4FDC-8F99-4EB29B893053}"/>
                  </a:ext>
                </a:extLst>
              </p:cNvPr>
              <p:cNvCxnSpPr>
                <a:cxnSpLocks/>
                <a:stCxn id="36" idx="0"/>
                <a:endCxn id="39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de Seta Reta 41">
                <a:extLst>
                  <a:ext uri="{FF2B5EF4-FFF2-40B4-BE49-F238E27FC236}">
                    <a16:creationId xmlns:a16="http://schemas.microsoft.com/office/drawing/2014/main" id="{2E044950-FF7B-4AF9-B3C2-C474B40250D5}"/>
                  </a:ext>
                </a:extLst>
              </p:cNvPr>
              <p:cNvCxnSpPr>
                <a:cxnSpLocks/>
                <a:stCxn id="38" idx="0"/>
                <a:endCxn id="39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e Seta Reta 43">
                <a:extLst>
                  <a:ext uri="{FF2B5EF4-FFF2-40B4-BE49-F238E27FC236}">
                    <a16:creationId xmlns:a16="http://schemas.microsoft.com/office/drawing/2014/main" id="{618A4F1C-54B3-4FFD-A9D8-E895620F8E27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e Seta Reta 44">
                <a:extLst>
                  <a:ext uri="{FF2B5EF4-FFF2-40B4-BE49-F238E27FC236}">
                    <a16:creationId xmlns:a16="http://schemas.microsoft.com/office/drawing/2014/main" id="{8B5059D4-B4C6-4975-8AFD-D9DB1D95AA6A}"/>
                  </a:ext>
                </a:extLst>
              </p:cNvPr>
              <p:cNvCxnSpPr>
                <a:cxnSpLocks/>
                <a:stCxn id="39" idx="0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C185A86F-A09C-4169-89B5-0D07515EC54C}"/>
                </a:ext>
              </a:extLst>
            </p:cNvPr>
            <p:cNvGrpSpPr/>
            <p:nvPr/>
          </p:nvGrpSpPr>
          <p:grpSpPr>
            <a:xfrm>
              <a:off x="7341181" y="4423149"/>
              <a:ext cx="4058132" cy="1612672"/>
              <a:chOff x="1448146" y="2460391"/>
              <a:chExt cx="8650585" cy="3535275"/>
            </a:xfrm>
          </p:grpSpPr>
          <p:pic>
            <p:nvPicPr>
              <p:cNvPr id="12" name="Gráfico 11" descr="Curativo adesivo">
                <a:extLst>
                  <a:ext uri="{FF2B5EF4-FFF2-40B4-BE49-F238E27FC236}">
                    <a16:creationId xmlns:a16="http://schemas.microsoft.com/office/drawing/2014/main" id="{6F486696-011A-45DF-8844-FDF30660E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3" name="Gráfico 12" descr="Alterações e ajustes">
                <a:extLst>
                  <a:ext uri="{FF2B5EF4-FFF2-40B4-BE49-F238E27FC236}">
                    <a16:creationId xmlns:a16="http://schemas.microsoft.com/office/drawing/2014/main" id="{62455B21-EAF7-425C-9346-4770CEC6B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4" name="Gráfico 13" descr="Banana">
                <a:extLst>
                  <a:ext uri="{FF2B5EF4-FFF2-40B4-BE49-F238E27FC236}">
                    <a16:creationId xmlns:a16="http://schemas.microsoft.com/office/drawing/2014/main" id="{E662AF4F-0AC4-4C93-A21D-B0CED952C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5" name="Gráfico 14" descr="Loja">
                <a:extLst>
                  <a:ext uri="{FF2B5EF4-FFF2-40B4-BE49-F238E27FC236}">
                    <a16:creationId xmlns:a16="http://schemas.microsoft.com/office/drawing/2014/main" id="{7C0B0038-B3BC-4023-B6DD-A08719614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7372FBAA-0A54-4BFA-807D-AACC5F2EC76C}"/>
                  </a:ext>
                </a:extLst>
              </p:cNvPr>
              <p:cNvCxnSpPr>
                <a:stCxn id="13" idx="0"/>
                <a:endCxn id="15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2D6F8E5A-47CC-4CE4-BA18-1EE9B398585B}"/>
                  </a:ext>
                </a:extLst>
              </p:cNvPr>
              <p:cNvCxnSpPr>
                <a:cxnSpLocks/>
                <a:stCxn id="12" idx="0"/>
                <a:endCxn id="15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B006E69C-3489-4ABE-AA35-9608D6D6786C}"/>
                  </a:ext>
                </a:extLst>
              </p:cNvPr>
              <p:cNvCxnSpPr>
                <a:cxnSpLocks/>
                <a:stCxn id="14" idx="0"/>
                <a:endCxn id="15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Gráfico 18" descr="Curativo adesivo">
                <a:extLst>
                  <a:ext uri="{FF2B5EF4-FFF2-40B4-BE49-F238E27FC236}">
                    <a16:creationId xmlns:a16="http://schemas.microsoft.com/office/drawing/2014/main" id="{D0F67F83-F28A-47F0-8C31-0BCF56D97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0" name="Gráfico 19" descr="Alterações e ajustes">
                <a:extLst>
                  <a:ext uri="{FF2B5EF4-FFF2-40B4-BE49-F238E27FC236}">
                    <a16:creationId xmlns:a16="http://schemas.microsoft.com/office/drawing/2014/main" id="{F5BFFB20-9150-4CE3-B1DD-023B8A3BFB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1" name="Gráfico 20" descr="Banana">
                <a:extLst>
                  <a:ext uri="{FF2B5EF4-FFF2-40B4-BE49-F238E27FC236}">
                    <a16:creationId xmlns:a16="http://schemas.microsoft.com/office/drawing/2014/main" id="{AFFC1296-C085-4482-8045-DDAC6331FF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2" name="Gráfico 21" descr="Loja">
                <a:extLst>
                  <a:ext uri="{FF2B5EF4-FFF2-40B4-BE49-F238E27FC236}">
                    <a16:creationId xmlns:a16="http://schemas.microsoft.com/office/drawing/2014/main" id="{D043A702-A285-47B8-81FD-5FFC21756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573427E4-EC6F-4B39-93A0-EA6233846520}"/>
                  </a:ext>
                </a:extLst>
              </p:cNvPr>
              <p:cNvCxnSpPr>
                <a:stCxn id="20" idx="0"/>
                <a:endCxn id="22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de Seta Reta 23">
                <a:extLst>
                  <a:ext uri="{FF2B5EF4-FFF2-40B4-BE49-F238E27FC236}">
                    <a16:creationId xmlns:a16="http://schemas.microsoft.com/office/drawing/2014/main" id="{0C404FC8-046D-4F0D-BF48-5C5B5EC44F12}"/>
                  </a:ext>
                </a:extLst>
              </p:cNvPr>
              <p:cNvCxnSpPr>
                <a:cxnSpLocks/>
                <a:stCxn id="19" idx="0"/>
                <a:endCxn id="22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de Seta Reta 24">
                <a:extLst>
                  <a:ext uri="{FF2B5EF4-FFF2-40B4-BE49-F238E27FC236}">
                    <a16:creationId xmlns:a16="http://schemas.microsoft.com/office/drawing/2014/main" id="{37069742-B0C4-425C-8FBB-BA1AF312E199}"/>
                  </a:ext>
                </a:extLst>
              </p:cNvPr>
              <p:cNvCxnSpPr>
                <a:cxnSpLocks/>
                <a:stCxn id="21" idx="0"/>
                <a:endCxn id="22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de Seta Reta 26">
                <a:extLst>
                  <a:ext uri="{FF2B5EF4-FFF2-40B4-BE49-F238E27FC236}">
                    <a16:creationId xmlns:a16="http://schemas.microsoft.com/office/drawing/2014/main" id="{6675473C-4690-4FFC-B51A-F195BC9260E0}"/>
                  </a:ext>
                </a:extLst>
              </p:cNvPr>
              <p:cNvCxnSpPr>
                <a:cxnSpLocks/>
                <a:stCxn id="15" idx="0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5EEB23BC-B4E0-4F73-A30A-B3D1F410C9C0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9C20EDCD-550F-46F8-ADC4-15917E111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5679" y="2511820"/>
              <a:ext cx="2574799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5B0D68C-884D-4392-B655-E9ACCFE86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0676" y="2511820"/>
              <a:ext cx="3347097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F4776A-55EE-4D0F-A132-595FCECA26CA}"/>
                </a:ext>
              </a:extLst>
            </p:cNvPr>
            <p:cNvSpPr txBox="1"/>
            <p:nvPr/>
          </p:nvSpPr>
          <p:spPr>
            <a:xfrm>
              <a:off x="4942071" y="3736861"/>
              <a:ext cx="12820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0" dirty="0">
                  <a:solidFill>
                    <a:srgbClr val="BC451B"/>
                  </a:solidFill>
                </a:rPr>
                <a:t>...</a:t>
              </a:r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EDE77CFA-8DEF-40B5-AF3F-9B55FC727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577" y="2943503"/>
              <a:ext cx="0" cy="147964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Elipse 58">
            <a:extLst>
              <a:ext uri="{FF2B5EF4-FFF2-40B4-BE49-F238E27FC236}">
                <a16:creationId xmlns:a16="http://schemas.microsoft.com/office/drawing/2014/main" id="{23AF19E6-33B0-4D60-AF1D-2F903C1C90FD}"/>
              </a:ext>
            </a:extLst>
          </p:cNvPr>
          <p:cNvSpPr/>
          <p:nvPr/>
        </p:nvSpPr>
        <p:spPr>
          <a:xfrm>
            <a:off x="4601679" y="1422676"/>
            <a:ext cx="2366339" cy="2114313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421CCC07-41DC-480D-82FA-C24363833F2A}"/>
              </a:ext>
            </a:extLst>
          </p:cNvPr>
          <p:cNvCxnSpPr>
            <a:cxnSpLocks/>
          </p:cNvCxnSpPr>
          <p:nvPr/>
        </p:nvCxnSpPr>
        <p:spPr>
          <a:xfrm flipH="1">
            <a:off x="890452" y="4003374"/>
            <a:ext cx="1287333" cy="911723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A07254EB-B6D8-4A83-BD18-E51DB7112FB0}"/>
              </a:ext>
            </a:extLst>
          </p:cNvPr>
          <p:cNvCxnSpPr>
            <a:cxnSpLocks/>
          </p:cNvCxnSpPr>
          <p:nvPr/>
        </p:nvCxnSpPr>
        <p:spPr>
          <a:xfrm>
            <a:off x="3129349" y="4194712"/>
            <a:ext cx="653716" cy="52117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177FD285-00F0-458C-9187-C1377E271D08}"/>
              </a:ext>
            </a:extLst>
          </p:cNvPr>
          <p:cNvCxnSpPr>
            <a:cxnSpLocks/>
          </p:cNvCxnSpPr>
          <p:nvPr/>
        </p:nvCxnSpPr>
        <p:spPr>
          <a:xfrm flipH="1">
            <a:off x="2833425" y="2283383"/>
            <a:ext cx="2170104" cy="147105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9C2C0341-7002-421B-8E76-2827C04C4176}"/>
              </a:ext>
            </a:extLst>
          </p:cNvPr>
          <p:cNvCxnSpPr>
            <a:cxnSpLocks/>
          </p:cNvCxnSpPr>
          <p:nvPr/>
        </p:nvCxnSpPr>
        <p:spPr>
          <a:xfrm>
            <a:off x="6844870" y="2421996"/>
            <a:ext cx="2471660" cy="1229352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B0234DDE-FDDF-4CE0-89AC-7A8572DC7126}"/>
              </a:ext>
            </a:extLst>
          </p:cNvPr>
          <p:cNvCxnSpPr>
            <a:cxnSpLocks/>
          </p:cNvCxnSpPr>
          <p:nvPr/>
        </p:nvCxnSpPr>
        <p:spPr>
          <a:xfrm>
            <a:off x="10382176" y="4260648"/>
            <a:ext cx="651794" cy="54561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C1BF7766-9039-48F9-9218-DB3A6EDF4EE5}"/>
              </a:ext>
            </a:extLst>
          </p:cNvPr>
          <p:cNvCxnSpPr>
            <a:cxnSpLocks/>
          </p:cNvCxnSpPr>
          <p:nvPr/>
        </p:nvCxnSpPr>
        <p:spPr>
          <a:xfrm flipH="1">
            <a:off x="8386209" y="4290394"/>
            <a:ext cx="676134" cy="44708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ângulo 63">
            <a:extLst>
              <a:ext uri="{FF2B5EF4-FFF2-40B4-BE49-F238E27FC236}">
                <a16:creationId xmlns:a16="http://schemas.microsoft.com/office/drawing/2014/main" id="{CD28B71A-80C1-41EB-8BF5-48E62B7496F6}"/>
              </a:ext>
            </a:extLst>
          </p:cNvPr>
          <p:cNvSpPr/>
          <p:nvPr/>
        </p:nvSpPr>
        <p:spPr>
          <a:xfrm>
            <a:off x="2228136" y="4194712"/>
            <a:ext cx="668038" cy="41711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São Paulo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C15E8750-AF6F-43F8-B1CF-3D8F2A884DB9}"/>
              </a:ext>
            </a:extLst>
          </p:cNvPr>
          <p:cNvSpPr/>
          <p:nvPr/>
        </p:nvSpPr>
        <p:spPr>
          <a:xfrm>
            <a:off x="9420230" y="4194712"/>
            <a:ext cx="668038" cy="41711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Rio de Janeiro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ECFAD522-FAAF-4312-9EF8-E124C92E854B}"/>
              </a:ext>
            </a:extLst>
          </p:cNvPr>
          <p:cNvSpPr/>
          <p:nvPr/>
        </p:nvSpPr>
        <p:spPr>
          <a:xfrm>
            <a:off x="5136954" y="2060258"/>
            <a:ext cx="1270198" cy="86336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Brasil</a:t>
            </a:r>
          </a:p>
        </p:txBody>
      </p:sp>
    </p:spTree>
    <p:extLst>
      <p:ext uri="{BB962C8B-B14F-4D97-AF65-F5344CB8AC3E}">
        <p14:creationId xmlns:p14="http://schemas.microsoft.com/office/powerpoint/2010/main" val="167286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9B4F4-4281-4C58-8500-8AD42096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Bottom</a:t>
            </a:r>
            <a:r>
              <a:rPr lang="pt-BR" dirty="0"/>
              <a:t> </a:t>
            </a:r>
            <a:r>
              <a:rPr lang="pt-BR" dirty="0" err="1"/>
              <a:t>up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7815972-5F24-42CF-9845-C74D860E4BC8}"/>
              </a:ext>
            </a:extLst>
          </p:cNvPr>
          <p:cNvGrpSpPr/>
          <p:nvPr/>
        </p:nvGrpSpPr>
        <p:grpSpPr>
          <a:xfrm>
            <a:off x="465563" y="2491942"/>
            <a:ext cx="11250226" cy="3524001"/>
            <a:chOff x="149087" y="2511820"/>
            <a:chExt cx="11250226" cy="3524001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0D4F76DA-B5DF-46D9-B2DD-2802C378464D}"/>
                </a:ext>
              </a:extLst>
            </p:cNvPr>
            <p:cNvGrpSpPr/>
            <p:nvPr/>
          </p:nvGrpSpPr>
          <p:grpSpPr>
            <a:xfrm>
              <a:off x="149087" y="4423149"/>
              <a:ext cx="4058132" cy="1612672"/>
              <a:chOff x="1448146" y="2460391"/>
              <a:chExt cx="8650585" cy="3535275"/>
            </a:xfrm>
          </p:grpSpPr>
          <p:pic>
            <p:nvPicPr>
              <p:cNvPr id="29" name="Gráfico 28" descr="Curativo adesivo">
                <a:extLst>
                  <a:ext uri="{FF2B5EF4-FFF2-40B4-BE49-F238E27FC236}">
                    <a16:creationId xmlns:a16="http://schemas.microsoft.com/office/drawing/2014/main" id="{99589373-9E38-4168-A310-3F9449CED9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0" name="Gráfico 29" descr="Alterações e ajustes">
                <a:extLst>
                  <a:ext uri="{FF2B5EF4-FFF2-40B4-BE49-F238E27FC236}">
                    <a16:creationId xmlns:a16="http://schemas.microsoft.com/office/drawing/2014/main" id="{3E9B7252-8F9E-4B95-91A8-B3FBEFA82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1" name="Gráfico 30" descr="Banana">
                <a:extLst>
                  <a:ext uri="{FF2B5EF4-FFF2-40B4-BE49-F238E27FC236}">
                    <a16:creationId xmlns:a16="http://schemas.microsoft.com/office/drawing/2014/main" id="{0224FE91-933C-4CDA-8D57-751360077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2" name="Gráfico 31" descr="Loja">
                <a:extLst>
                  <a:ext uri="{FF2B5EF4-FFF2-40B4-BE49-F238E27FC236}">
                    <a16:creationId xmlns:a16="http://schemas.microsoft.com/office/drawing/2014/main" id="{C013AEDB-4BC4-4D11-A45A-2FAE38402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33" name="Conector de Seta Reta 32">
                <a:extLst>
                  <a:ext uri="{FF2B5EF4-FFF2-40B4-BE49-F238E27FC236}">
                    <a16:creationId xmlns:a16="http://schemas.microsoft.com/office/drawing/2014/main" id="{52545C52-4E0C-4D85-90C0-870B1D9273D1}"/>
                  </a:ext>
                </a:extLst>
              </p:cNvPr>
              <p:cNvCxnSpPr>
                <a:stCxn id="30" idx="0"/>
                <a:endCxn id="32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e Seta Reta 33">
                <a:extLst>
                  <a:ext uri="{FF2B5EF4-FFF2-40B4-BE49-F238E27FC236}">
                    <a16:creationId xmlns:a16="http://schemas.microsoft.com/office/drawing/2014/main" id="{370B8C1B-314A-42BB-84B2-D33557AD1E7D}"/>
                  </a:ext>
                </a:extLst>
              </p:cNvPr>
              <p:cNvCxnSpPr>
                <a:cxnSpLocks/>
                <a:stCxn id="29" idx="0"/>
                <a:endCxn id="32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e Seta Reta 34">
                <a:extLst>
                  <a:ext uri="{FF2B5EF4-FFF2-40B4-BE49-F238E27FC236}">
                    <a16:creationId xmlns:a16="http://schemas.microsoft.com/office/drawing/2014/main" id="{44825600-6ACD-4FC1-B0F5-36BAF88D5827}"/>
                  </a:ext>
                </a:extLst>
              </p:cNvPr>
              <p:cNvCxnSpPr>
                <a:cxnSpLocks/>
                <a:stCxn id="31" idx="0"/>
                <a:endCxn id="32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Gráfico 35" descr="Curativo adesivo">
                <a:extLst>
                  <a:ext uri="{FF2B5EF4-FFF2-40B4-BE49-F238E27FC236}">
                    <a16:creationId xmlns:a16="http://schemas.microsoft.com/office/drawing/2014/main" id="{1622918A-AE75-4D24-8DF3-ADED3A8ED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7" name="Gráfico 36" descr="Alterações e ajustes">
                <a:extLst>
                  <a:ext uri="{FF2B5EF4-FFF2-40B4-BE49-F238E27FC236}">
                    <a16:creationId xmlns:a16="http://schemas.microsoft.com/office/drawing/2014/main" id="{D2C35D53-6088-47A0-B5E3-6C3FBEC6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8" name="Gráfico 37" descr="Banana">
                <a:extLst>
                  <a:ext uri="{FF2B5EF4-FFF2-40B4-BE49-F238E27FC236}">
                    <a16:creationId xmlns:a16="http://schemas.microsoft.com/office/drawing/2014/main" id="{190B4CF0-3062-4F0A-A1A2-EFD3243B6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9" name="Gráfico 38" descr="Loja">
                <a:extLst>
                  <a:ext uri="{FF2B5EF4-FFF2-40B4-BE49-F238E27FC236}">
                    <a16:creationId xmlns:a16="http://schemas.microsoft.com/office/drawing/2014/main" id="{EC2B46B7-8379-43C8-BA61-3AD30BA3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0CF0F473-74FA-4270-8BEA-C5F897236366}"/>
                  </a:ext>
                </a:extLst>
              </p:cNvPr>
              <p:cNvCxnSpPr>
                <a:stCxn id="37" idx="0"/>
                <a:endCxn id="39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de Seta Reta 40">
                <a:extLst>
                  <a:ext uri="{FF2B5EF4-FFF2-40B4-BE49-F238E27FC236}">
                    <a16:creationId xmlns:a16="http://schemas.microsoft.com/office/drawing/2014/main" id="{06E9D43B-1D24-4FDC-8F99-4EB29B893053}"/>
                  </a:ext>
                </a:extLst>
              </p:cNvPr>
              <p:cNvCxnSpPr>
                <a:cxnSpLocks/>
                <a:stCxn id="36" idx="0"/>
                <a:endCxn id="39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de Seta Reta 41">
                <a:extLst>
                  <a:ext uri="{FF2B5EF4-FFF2-40B4-BE49-F238E27FC236}">
                    <a16:creationId xmlns:a16="http://schemas.microsoft.com/office/drawing/2014/main" id="{2E044950-FF7B-4AF9-B3C2-C474B40250D5}"/>
                  </a:ext>
                </a:extLst>
              </p:cNvPr>
              <p:cNvCxnSpPr>
                <a:cxnSpLocks/>
                <a:stCxn id="38" idx="0"/>
                <a:endCxn id="39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e Seta Reta 43">
                <a:extLst>
                  <a:ext uri="{FF2B5EF4-FFF2-40B4-BE49-F238E27FC236}">
                    <a16:creationId xmlns:a16="http://schemas.microsoft.com/office/drawing/2014/main" id="{618A4F1C-54B3-4FFD-A9D8-E895620F8E27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e Seta Reta 44">
                <a:extLst>
                  <a:ext uri="{FF2B5EF4-FFF2-40B4-BE49-F238E27FC236}">
                    <a16:creationId xmlns:a16="http://schemas.microsoft.com/office/drawing/2014/main" id="{8B5059D4-B4C6-4975-8AFD-D9DB1D95AA6A}"/>
                  </a:ext>
                </a:extLst>
              </p:cNvPr>
              <p:cNvCxnSpPr>
                <a:cxnSpLocks/>
                <a:stCxn id="39" idx="0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C185A86F-A09C-4169-89B5-0D07515EC54C}"/>
                </a:ext>
              </a:extLst>
            </p:cNvPr>
            <p:cNvGrpSpPr/>
            <p:nvPr/>
          </p:nvGrpSpPr>
          <p:grpSpPr>
            <a:xfrm>
              <a:off x="7341181" y="4423149"/>
              <a:ext cx="4058132" cy="1612672"/>
              <a:chOff x="1448146" y="2460391"/>
              <a:chExt cx="8650585" cy="3535275"/>
            </a:xfrm>
          </p:grpSpPr>
          <p:pic>
            <p:nvPicPr>
              <p:cNvPr id="12" name="Gráfico 11" descr="Curativo adesivo">
                <a:extLst>
                  <a:ext uri="{FF2B5EF4-FFF2-40B4-BE49-F238E27FC236}">
                    <a16:creationId xmlns:a16="http://schemas.microsoft.com/office/drawing/2014/main" id="{6F486696-011A-45DF-8844-FDF30660E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3" name="Gráfico 12" descr="Alterações e ajustes">
                <a:extLst>
                  <a:ext uri="{FF2B5EF4-FFF2-40B4-BE49-F238E27FC236}">
                    <a16:creationId xmlns:a16="http://schemas.microsoft.com/office/drawing/2014/main" id="{62455B21-EAF7-425C-9346-4770CEC6B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4" name="Gráfico 13" descr="Banana">
                <a:extLst>
                  <a:ext uri="{FF2B5EF4-FFF2-40B4-BE49-F238E27FC236}">
                    <a16:creationId xmlns:a16="http://schemas.microsoft.com/office/drawing/2014/main" id="{E662AF4F-0AC4-4C93-A21D-B0CED952C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5" name="Gráfico 14" descr="Loja">
                <a:extLst>
                  <a:ext uri="{FF2B5EF4-FFF2-40B4-BE49-F238E27FC236}">
                    <a16:creationId xmlns:a16="http://schemas.microsoft.com/office/drawing/2014/main" id="{7C0B0038-B3BC-4023-B6DD-A08719614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7372FBAA-0A54-4BFA-807D-AACC5F2EC76C}"/>
                  </a:ext>
                </a:extLst>
              </p:cNvPr>
              <p:cNvCxnSpPr>
                <a:stCxn id="13" idx="0"/>
                <a:endCxn id="15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2D6F8E5A-47CC-4CE4-BA18-1EE9B398585B}"/>
                  </a:ext>
                </a:extLst>
              </p:cNvPr>
              <p:cNvCxnSpPr>
                <a:cxnSpLocks/>
                <a:stCxn id="12" idx="0"/>
                <a:endCxn id="15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B006E69C-3489-4ABE-AA35-9608D6D6786C}"/>
                  </a:ext>
                </a:extLst>
              </p:cNvPr>
              <p:cNvCxnSpPr>
                <a:cxnSpLocks/>
                <a:stCxn id="14" idx="0"/>
                <a:endCxn id="15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Gráfico 18" descr="Curativo adesivo">
                <a:extLst>
                  <a:ext uri="{FF2B5EF4-FFF2-40B4-BE49-F238E27FC236}">
                    <a16:creationId xmlns:a16="http://schemas.microsoft.com/office/drawing/2014/main" id="{D0F67F83-F28A-47F0-8C31-0BCF56D97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0" name="Gráfico 19" descr="Alterações e ajustes">
                <a:extLst>
                  <a:ext uri="{FF2B5EF4-FFF2-40B4-BE49-F238E27FC236}">
                    <a16:creationId xmlns:a16="http://schemas.microsoft.com/office/drawing/2014/main" id="{F5BFFB20-9150-4CE3-B1DD-023B8A3BFB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1" name="Gráfico 20" descr="Banana">
                <a:extLst>
                  <a:ext uri="{FF2B5EF4-FFF2-40B4-BE49-F238E27FC236}">
                    <a16:creationId xmlns:a16="http://schemas.microsoft.com/office/drawing/2014/main" id="{AFFC1296-C085-4482-8045-DDAC6331FF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2" name="Gráfico 21" descr="Loja">
                <a:extLst>
                  <a:ext uri="{FF2B5EF4-FFF2-40B4-BE49-F238E27FC236}">
                    <a16:creationId xmlns:a16="http://schemas.microsoft.com/office/drawing/2014/main" id="{D043A702-A285-47B8-81FD-5FFC21756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573427E4-EC6F-4B39-93A0-EA6233846520}"/>
                  </a:ext>
                </a:extLst>
              </p:cNvPr>
              <p:cNvCxnSpPr>
                <a:stCxn id="20" idx="0"/>
                <a:endCxn id="22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de Seta Reta 23">
                <a:extLst>
                  <a:ext uri="{FF2B5EF4-FFF2-40B4-BE49-F238E27FC236}">
                    <a16:creationId xmlns:a16="http://schemas.microsoft.com/office/drawing/2014/main" id="{0C404FC8-046D-4F0D-BF48-5C5B5EC44F12}"/>
                  </a:ext>
                </a:extLst>
              </p:cNvPr>
              <p:cNvCxnSpPr>
                <a:cxnSpLocks/>
                <a:stCxn id="19" idx="0"/>
                <a:endCxn id="22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de Seta Reta 24">
                <a:extLst>
                  <a:ext uri="{FF2B5EF4-FFF2-40B4-BE49-F238E27FC236}">
                    <a16:creationId xmlns:a16="http://schemas.microsoft.com/office/drawing/2014/main" id="{37069742-B0C4-425C-8FBB-BA1AF312E199}"/>
                  </a:ext>
                </a:extLst>
              </p:cNvPr>
              <p:cNvCxnSpPr>
                <a:cxnSpLocks/>
                <a:stCxn id="21" idx="0"/>
                <a:endCxn id="22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de Seta Reta 26">
                <a:extLst>
                  <a:ext uri="{FF2B5EF4-FFF2-40B4-BE49-F238E27FC236}">
                    <a16:creationId xmlns:a16="http://schemas.microsoft.com/office/drawing/2014/main" id="{6675473C-4690-4FFC-B51A-F195BC9260E0}"/>
                  </a:ext>
                </a:extLst>
              </p:cNvPr>
              <p:cNvCxnSpPr>
                <a:cxnSpLocks/>
                <a:stCxn id="15" idx="0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5EEB23BC-B4E0-4F73-A30A-B3D1F410C9C0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9C20EDCD-550F-46F8-ADC4-15917E111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5679" y="2511820"/>
              <a:ext cx="2574799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5B0D68C-884D-4392-B655-E9ACCFE86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0676" y="2511820"/>
              <a:ext cx="3347097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F4776A-55EE-4D0F-A132-595FCECA26CA}"/>
                </a:ext>
              </a:extLst>
            </p:cNvPr>
            <p:cNvSpPr txBox="1"/>
            <p:nvPr/>
          </p:nvSpPr>
          <p:spPr>
            <a:xfrm>
              <a:off x="4942071" y="3736861"/>
              <a:ext cx="12820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0" dirty="0">
                  <a:solidFill>
                    <a:srgbClr val="BC451B"/>
                  </a:solidFill>
                </a:rPr>
                <a:t>...</a:t>
              </a:r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EDE77CFA-8DEF-40B5-AF3F-9B55FC727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577" y="2943503"/>
              <a:ext cx="0" cy="147964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Elipse 46">
            <a:extLst>
              <a:ext uri="{FF2B5EF4-FFF2-40B4-BE49-F238E27FC236}">
                <a16:creationId xmlns:a16="http://schemas.microsoft.com/office/drawing/2014/main" id="{5D61BBEE-D20E-4985-8A28-21E09190011D}"/>
              </a:ext>
            </a:extLst>
          </p:cNvPr>
          <p:cNvSpPr/>
          <p:nvPr/>
        </p:nvSpPr>
        <p:spPr>
          <a:xfrm>
            <a:off x="377343" y="5479681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87F7B1A-5ED2-43CA-9747-7B2F9C09F2D6}"/>
              </a:ext>
            </a:extLst>
          </p:cNvPr>
          <p:cNvSpPr/>
          <p:nvPr/>
        </p:nvSpPr>
        <p:spPr>
          <a:xfrm>
            <a:off x="1006713" y="5479681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06CE43B8-34E6-4C77-A061-EFF3FCEC0ABE}"/>
              </a:ext>
            </a:extLst>
          </p:cNvPr>
          <p:cNvSpPr/>
          <p:nvPr/>
        </p:nvSpPr>
        <p:spPr>
          <a:xfrm>
            <a:off x="1567843" y="5479681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633BB95C-70AF-49C8-9CF4-9982E8542B19}"/>
              </a:ext>
            </a:extLst>
          </p:cNvPr>
          <p:cNvSpPr/>
          <p:nvPr/>
        </p:nvSpPr>
        <p:spPr>
          <a:xfrm>
            <a:off x="2718001" y="54531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3CF815BE-5BAB-48C2-BC92-61CF8EAE6703}"/>
              </a:ext>
            </a:extLst>
          </p:cNvPr>
          <p:cNvSpPr/>
          <p:nvPr/>
        </p:nvSpPr>
        <p:spPr>
          <a:xfrm>
            <a:off x="3347371" y="54531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B0B8CC30-9BC4-41AC-A364-F99CDF8907F6}"/>
              </a:ext>
            </a:extLst>
          </p:cNvPr>
          <p:cNvSpPr/>
          <p:nvPr/>
        </p:nvSpPr>
        <p:spPr>
          <a:xfrm>
            <a:off x="3908501" y="54531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8EDA4F58-3B65-4961-9E22-C6A719D4F3E9}"/>
              </a:ext>
            </a:extLst>
          </p:cNvPr>
          <p:cNvSpPr/>
          <p:nvPr/>
        </p:nvSpPr>
        <p:spPr>
          <a:xfrm>
            <a:off x="7617829" y="5436774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1C8E4401-559C-470D-88C0-93A54F737245}"/>
              </a:ext>
            </a:extLst>
          </p:cNvPr>
          <p:cNvSpPr/>
          <p:nvPr/>
        </p:nvSpPr>
        <p:spPr>
          <a:xfrm>
            <a:off x="8247199" y="5436774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416F68E1-9E43-4BDB-BD19-32DB8851A77E}"/>
              </a:ext>
            </a:extLst>
          </p:cNvPr>
          <p:cNvSpPr/>
          <p:nvPr/>
        </p:nvSpPr>
        <p:spPr>
          <a:xfrm>
            <a:off x="8808329" y="5436774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A9AD7924-F64C-45CC-AEBB-4D2A1E0E8E32}"/>
              </a:ext>
            </a:extLst>
          </p:cNvPr>
          <p:cNvSpPr/>
          <p:nvPr/>
        </p:nvSpPr>
        <p:spPr>
          <a:xfrm>
            <a:off x="9913403" y="54208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E44C1662-3F96-4A0B-8C84-A0FA80EE0A68}"/>
              </a:ext>
            </a:extLst>
          </p:cNvPr>
          <p:cNvSpPr/>
          <p:nvPr/>
        </p:nvSpPr>
        <p:spPr>
          <a:xfrm>
            <a:off x="10523239" y="54208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23AF19E6-33B0-4D60-AF1D-2F903C1C90FD}"/>
              </a:ext>
            </a:extLst>
          </p:cNvPr>
          <p:cNvSpPr/>
          <p:nvPr/>
        </p:nvSpPr>
        <p:spPr>
          <a:xfrm>
            <a:off x="11084369" y="54208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421CCC07-41DC-480D-82FA-C24363833F2A}"/>
              </a:ext>
            </a:extLst>
          </p:cNvPr>
          <p:cNvCxnSpPr>
            <a:cxnSpLocks/>
          </p:cNvCxnSpPr>
          <p:nvPr/>
        </p:nvCxnSpPr>
        <p:spPr>
          <a:xfrm flipV="1">
            <a:off x="890452" y="4003374"/>
            <a:ext cx="1287333" cy="911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A07254EB-B6D8-4A83-BD18-E51DB7112FB0}"/>
              </a:ext>
            </a:extLst>
          </p:cNvPr>
          <p:cNvCxnSpPr>
            <a:cxnSpLocks/>
          </p:cNvCxnSpPr>
          <p:nvPr/>
        </p:nvCxnSpPr>
        <p:spPr>
          <a:xfrm flipH="1" flipV="1">
            <a:off x="3129349" y="4194712"/>
            <a:ext cx="653716" cy="5211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177FD285-00F0-458C-9187-C1377E271D08}"/>
              </a:ext>
            </a:extLst>
          </p:cNvPr>
          <p:cNvCxnSpPr>
            <a:cxnSpLocks/>
          </p:cNvCxnSpPr>
          <p:nvPr/>
        </p:nvCxnSpPr>
        <p:spPr>
          <a:xfrm flipV="1">
            <a:off x="2833425" y="2283383"/>
            <a:ext cx="2170104" cy="14710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9C2C0341-7002-421B-8E76-2827C04C4176}"/>
              </a:ext>
            </a:extLst>
          </p:cNvPr>
          <p:cNvCxnSpPr>
            <a:cxnSpLocks/>
          </p:cNvCxnSpPr>
          <p:nvPr/>
        </p:nvCxnSpPr>
        <p:spPr>
          <a:xfrm flipH="1" flipV="1">
            <a:off x="6844870" y="2421996"/>
            <a:ext cx="2471660" cy="12293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B0234DDE-FDDF-4CE0-89AC-7A8572DC7126}"/>
              </a:ext>
            </a:extLst>
          </p:cNvPr>
          <p:cNvCxnSpPr>
            <a:cxnSpLocks/>
          </p:cNvCxnSpPr>
          <p:nvPr/>
        </p:nvCxnSpPr>
        <p:spPr>
          <a:xfrm flipH="1" flipV="1">
            <a:off x="10382176" y="4260648"/>
            <a:ext cx="651794" cy="5456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C1BF7766-9039-48F9-9218-DB3A6EDF4EE5}"/>
              </a:ext>
            </a:extLst>
          </p:cNvPr>
          <p:cNvCxnSpPr>
            <a:cxnSpLocks/>
          </p:cNvCxnSpPr>
          <p:nvPr/>
        </p:nvCxnSpPr>
        <p:spPr>
          <a:xfrm flipV="1">
            <a:off x="8386209" y="4290394"/>
            <a:ext cx="676134" cy="44708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79">
            <a:extLst>
              <a:ext uri="{FF2B5EF4-FFF2-40B4-BE49-F238E27FC236}">
                <a16:creationId xmlns:a16="http://schemas.microsoft.com/office/drawing/2014/main" id="{72482268-3F50-44E1-BA36-52CF98600484}"/>
              </a:ext>
            </a:extLst>
          </p:cNvPr>
          <p:cNvSpPr/>
          <p:nvPr/>
        </p:nvSpPr>
        <p:spPr>
          <a:xfrm>
            <a:off x="2228136" y="4194712"/>
            <a:ext cx="668038" cy="41711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São Paulo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BDB7F66F-873D-4C3B-B18E-11085AC8D80C}"/>
              </a:ext>
            </a:extLst>
          </p:cNvPr>
          <p:cNvSpPr/>
          <p:nvPr/>
        </p:nvSpPr>
        <p:spPr>
          <a:xfrm>
            <a:off x="9420230" y="4194712"/>
            <a:ext cx="668038" cy="41711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Rio de Janeiro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5F0A8E32-A397-4B83-94CB-CBC79438E13F}"/>
              </a:ext>
            </a:extLst>
          </p:cNvPr>
          <p:cNvSpPr/>
          <p:nvPr/>
        </p:nvSpPr>
        <p:spPr>
          <a:xfrm>
            <a:off x="5136954" y="2060258"/>
            <a:ext cx="1270198" cy="86336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Brasil</a:t>
            </a:r>
          </a:p>
        </p:txBody>
      </p:sp>
    </p:spTree>
    <p:extLst>
      <p:ext uri="{BB962C8B-B14F-4D97-AF65-F5344CB8AC3E}">
        <p14:creationId xmlns:p14="http://schemas.microsoft.com/office/powerpoint/2010/main" val="410635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9B4F4-4281-4C58-8500-8AD42096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067" y="773950"/>
            <a:ext cx="10353762" cy="970450"/>
          </a:xfrm>
        </p:spPr>
        <p:txBody>
          <a:bodyPr/>
          <a:lstStyle/>
          <a:p>
            <a:r>
              <a:rPr lang="pt-BR" dirty="0" err="1"/>
              <a:t>Middle</a:t>
            </a:r>
            <a:r>
              <a:rPr lang="pt-BR" dirty="0"/>
              <a:t> out 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7815972-5F24-42CF-9845-C74D860E4BC8}"/>
              </a:ext>
            </a:extLst>
          </p:cNvPr>
          <p:cNvGrpSpPr/>
          <p:nvPr/>
        </p:nvGrpSpPr>
        <p:grpSpPr>
          <a:xfrm>
            <a:off x="465563" y="2060258"/>
            <a:ext cx="11250226" cy="3955685"/>
            <a:chOff x="149087" y="2080136"/>
            <a:chExt cx="11250226" cy="3955685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0D4F76DA-B5DF-46D9-B2DD-2802C378464D}"/>
                </a:ext>
              </a:extLst>
            </p:cNvPr>
            <p:cNvGrpSpPr/>
            <p:nvPr/>
          </p:nvGrpSpPr>
          <p:grpSpPr>
            <a:xfrm>
              <a:off x="149087" y="4214590"/>
              <a:ext cx="4058132" cy="1821231"/>
              <a:chOff x="1448146" y="2003191"/>
              <a:chExt cx="8650585" cy="3992475"/>
            </a:xfrm>
          </p:grpSpPr>
          <p:pic>
            <p:nvPicPr>
              <p:cNvPr id="29" name="Gráfico 28" descr="Curativo adesivo">
                <a:extLst>
                  <a:ext uri="{FF2B5EF4-FFF2-40B4-BE49-F238E27FC236}">
                    <a16:creationId xmlns:a16="http://schemas.microsoft.com/office/drawing/2014/main" id="{99589373-9E38-4168-A310-3F9449CED9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0" name="Gráfico 29" descr="Alterações e ajustes">
                <a:extLst>
                  <a:ext uri="{FF2B5EF4-FFF2-40B4-BE49-F238E27FC236}">
                    <a16:creationId xmlns:a16="http://schemas.microsoft.com/office/drawing/2014/main" id="{3E9B7252-8F9E-4B95-91A8-B3FBEFA82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1" name="Gráfico 30" descr="Banana">
                <a:extLst>
                  <a:ext uri="{FF2B5EF4-FFF2-40B4-BE49-F238E27FC236}">
                    <a16:creationId xmlns:a16="http://schemas.microsoft.com/office/drawing/2014/main" id="{0224FE91-933C-4CDA-8D57-751360077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2" name="Gráfico 31" descr="Loja">
                <a:extLst>
                  <a:ext uri="{FF2B5EF4-FFF2-40B4-BE49-F238E27FC236}">
                    <a16:creationId xmlns:a16="http://schemas.microsoft.com/office/drawing/2014/main" id="{C013AEDB-4BC4-4D11-A45A-2FAE38402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33" name="Conector de Seta Reta 32">
                <a:extLst>
                  <a:ext uri="{FF2B5EF4-FFF2-40B4-BE49-F238E27FC236}">
                    <a16:creationId xmlns:a16="http://schemas.microsoft.com/office/drawing/2014/main" id="{52545C52-4E0C-4D85-90C0-870B1D9273D1}"/>
                  </a:ext>
                </a:extLst>
              </p:cNvPr>
              <p:cNvCxnSpPr>
                <a:stCxn id="30" idx="0"/>
                <a:endCxn id="32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e Seta Reta 33">
                <a:extLst>
                  <a:ext uri="{FF2B5EF4-FFF2-40B4-BE49-F238E27FC236}">
                    <a16:creationId xmlns:a16="http://schemas.microsoft.com/office/drawing/2014/main" id="{370B8C1B-314A-42BB-84B2-D33557AD1E7D}"/>
                  </a:ext>
                </a:extLst>
              </p:cNvPr>
              <p:cNvCxnSpPr>
                <a:cxnSpLocks/>
                <a:stCxn id="29" idx="0"/>
                <a:endCxn id="32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e Seta Reta 34">
                <a:extLst>
                  <a:ext uri="{FF2B5EF4-FFF2-40B4-BE49-F238E27FC236}">
                    <a16:creationId xmlns:a16="http://schemas.microsoft.com/office/drawing/2014/main" id="{44825600-6ACD-4FC1-B0F5-36BAF88D5827}"/>
                  </a:ext>
                </a:extLst>
              </p:cNvPr>
              <p:cNvCxnSpPr>
                <a:cxnSpLocks/>
                <a:stCxn id="31" idx="0"/>
                <a:endCxn id="32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Gráfico 35" descr="Curativo adesivo">
                <a:extLst>
                  <a:ext uri="{FF2B5EF4-FFF2-40B4-BE49-F238E27FC236}">
                    <a16:creationId xmlns:a16="http://schemas.microsoft.com/office/drawing/2014/main" id="{1622918A-AE75-4D24-8DF3-ADED3A8ED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7" name="Gráfico 36" descr="Alterações e ajustes">
                <a:extLst>
                  <a:ext uri="{FF2B5EF4-FFF2-40B4-BE49-F238E27FC236}">
                    <a16:creationId xmlns:a16="http://schemas.microsoft.com/office/drawing/2014/main" id="{D2C35D53-6088-47A0-B5E3-6C3FBEC6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8" name="Gráfico 37" descr="Banana">
                <a:extLst>
                  <a:ext uri="{FF2B5EF4-FFF2-40B4-BE49-F238E27FC236}">
                    <a16:creationId xmlns:a16="http://schemas.microsoft.com/office/drawing/2014/main" id="{190B4CF0-3062-4F0A-A1A2-EFD3243B6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9" name="Gráfico 38" descr="Loja">
                <a:extLst>
                  <a:ext uri="{FF2B5EF4-FFF2-40B4-BE49-F238E27FC236}">
                    <a16:creationId xmlns:a16="http://schemas.microsoft.com/office/drawing/2014/main" id="{EC2B46B7-8379-43C8-BA61-3AD30BA3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0CF0F473-74FA-4270-8BEA-C5F897236366}"/>
                  </a:ext>
                </a:extLst>
              </p:cNvPr>
              <p:cNvCxnSpPr>
                <a:stCxn id="37" idx="0"/>
                <a:endCxn id="39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de Seta Reta 40">
                <a:extLst>
                  <a:ext uri="{FF2B5EF4-FFF2-40B4-BE49-F238E27FC236}">
                    <a16:creationId xmlns:a16="http://schemas.microsoft.com/office/drawing/2014/main" id="{06E9D43B-1D24-4FDC-8F99-4EB29B893053}"/>
                  </a:ext>
                </a:extLst>
              </p:cNvPr>
              <p:cNvCxnSpPr>
                <a:cxnSpLocks/>
                <a:stCxn id="36" idx="0"/>
                <a:endCxn id="39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de Seta Reta 41">
                <a:extLst>
                  <a:ext uri="{FF2B5EF4-FFF2-40B4-BE49-F238E27FC236}">
                    <a16:creationId xmlns:a16="http://schemas.microsoft.com/office/drawing/2014/main" id="{2E044950-FF7B-4AF9-B3C2-C474B40250D5}"/>
                  </a:ext>
                </a:extLst>
              </p:cNvPr>
              <p:cNvCxnSpPr>
                <a:cxnSpLocks/>
                <a:stCxn id="38" idx="0"/>
                <a:endCxn id="39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48F98B41-DA1C-4688-BC24-B2C4C77B3544}"/>
                  </a:ext>
                </a:extLst>
              </p:cNvPr>
              <p:cNvSpPr/>
              <p:nvPr/>
            </p:nvSpPr>
            <p:spPr>
              <a:xfrm>
                <a:off x="5205365" y="2003191"/>
                <a:ext cx="1424035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/>
                  <a:t>São Paulo</a:t>
                </a:r>
              </a:p>
            </p:txBody>
          </p:sp>
          <p:cxnSp>
            <p:nvCxnSpPr>
              <p:cNvPr id="44" name="Conector de Seta Reta 43">
                <a:extLst>
                  <a:ext uri="{FF2B5EF4-FFF2-40B4-BE49-F238E27FC236}">
                    <a16:creationId xmlns:a16="http://schemas.microsoft.com/office/drawing/2014/main" id="{618A4F1C-54B3-4FFD-A9D8-E895620F8E27}"/>
                  </a:ext>
                </a:extLst>
              </p:cNvPr>
              <p:cNvCxnSpPr>
                <a:cxnSpLocks/>
                <a:stCxn id="32" idx="0"/>
                <a:endCxn id="43" idx="1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e Seta Reta 44">
                <a:extLst>
                  <a:ext uri="{FF2B5EF4-FFF2-40B4-BE49-F238E27FC236}">
                    <a16:creationId xmlns:a16="http://schemas.microsoft.com/office/drawing/2014/main" id="{8B5059D4-B4C6-4975-8AFD-D9DB1D95AA6A}"/>
                  </a:ext>
                </a:extLst>
              </p:cNvPr>
              <p:cNvCxnSpPr>
                <a:cxnSpLocks/>
                <a:stCxn id="39" idx="0"/>
                <a:endCxn id="43" idx="3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C185A86F-A09C-4169-89B5-0D07515EC54C}"/>
                </a:ext>
              </a:extLst>
            </p:cNvPr>
            <p:cNvGrpSpPr/>
            <p:nvPr/>
          </p:nvGrpSpPr>
          <p:grpSpPr>
            <a:xfrm>
              <a:off x="7341181" y="4214590"/>
              <a:ext cx="4058132" cy="1821231"/>
              <a:chOff x="1448146" y="2003191"/>
              <a:chExt cx="8650585" cy="3992475"/>
            </a:xfrm>
          </p:grpSpPr>
          <p:pic>
            <p:nvPicPr>
              <p:cNvPr id="12" name="Gráfico 11" descr="Curativo adesivo">
                <a:extLst>
                  <a:ext uri="{FF2B5EF4-FFF2-40B4-BE49-F238E27FC236}">
                    <a16:creationId xmlns:a16="http://schemas.microsoft.com/office/drawing/2014/main" id="{6F486696-011A-45DF-8844-FDF30660E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3" name="Gráfico 12" descr="Alterações e ajustes">
                <a:extLst>
                  <a:ext uri="{FF2B5EF4-FFF2-40B4-BE49-F238E27FC236}">
                    <a16:creationId xmlns:a16="http://schemas.microsoft.com/office/drawing/2014/main" id="{62455B21-EAF7-425C-9346-4770CEC6B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4" name="Gráfico 13" descr="Banana">
                <a:extLst>
                  <a:ext uri="{FF2B5EF4-FFF2-40B4-BE49-F238E27FC236}">
                    <a16:creationId xmlns:a16="http://schemas.microsoft.com/office/drawing/2014/main" id="{E662AF4F-0AC4-4C93-A21D-B0CED952C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5" name="Gráfico 14" descr="Loja">
                <a:extLst>
                  <a:ext uri="{FF2B5EF4-FFF2-40B4-BE49-F238E27FC236}">
                    <a16:creationId xmlns:a16="http://schemas.microsoft.com/office/drawing/2014/main" id="{7C0B0038-B3BC-4023-B6DD-A08719614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7372FBAA-0A54-4BFA-807D-AACC5F2EC76C}"/>
                  </a:ext>
                </a:extLst>
              </p:cNvPr>
              <p:cNvCxnSpPr>
                <a:stCxn id="13" idx="0"/>
                <a:endCxn id="15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2D6F8E5A-47CC-4CE4-BA18-1EE9B398585B}"/>
                  </a:ext>
                </a:extLst>
              </p:cNvPr>
              <p:cNvCxnSpPr>
                <a:cxnSpLocks/>
                <a:stCxn id="12" idx="0"/>
                <a:endCxn id="15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B006E69C-3489-4ABE-AA35-9608D6D6786C}"/>
                  </a:ext>
                </a:extLst>
              </p:cNvPr>
              <p:cNvCxnSpPr>
                <a:cxnSpLocks/>
                <a:stCxn id="14" idx="0"/>
                <a:endCxn id="15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Gráfico 18" descr="Curativo adesivo">
                <a:extLst>
                  <a:ext uri="{FF2B5EF4-FFF2-40B4-BE49-F238E27FC236}">
                    <a16:creationId xmlns:a16="http://schemas.microsoft.com/office/drawing/2014/main" id="{D0F67F83-F28A-47F0-8C31-0BCF56D97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0" name="Gráfico 19" descr="Alterações e ajustes">
                <a:extLst>
                  <a:ext uri="{FF2B5EF4-FFF2-40B4-BE49-F238E27FC236}">
                    <a16:creationId xmlns:a16="http://schemas.microsoft.com/office/drawing/2014/main" id="{F5BFFB20-9150-4CE3-B1DD-023B8A3BFB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1" name="Gráfico 20" descr="Banana">
                <a:extLst>
                  <a:ext uri="{FF2B5EF4-FFF2-40B4-BE49-F238E27FC236}">
                    <a16:creationId xmlns:a16="http://schemas.microsoft.com/office/drawing/2014/main" id="{AFFC1296-C085-4482-8045-DDAC6331FF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2" name="Gráfico 21" descr="Loja">
                <a:extLst>
                  <a:ext uri="{FF2B5EF4-FFF2-40B4-BE49-F238E27FC236}">
                    <a16:creationId xmlns:a16="http://schemas.microsoft.com/office/drawing/2014/main" id="{D043A702-A285-47B8-81FD-5FFC21756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573427E4-EC6F-4B39-93A0-EA6233846520}"/>
                  </a:ext>
                </a:extLst>
              </p:cNvPr>
              <p:cNvCxnSpPr>
                <a:stCxn id="20" idx="0"/>
                <a:endCxn id="22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de Seta Reta 23">
                <a:extLst>
                  <a:ext uri="{FF2B5EF4-FFF2-40B4-BE49-F238E27FC236}">
                    <a16:creationId xmlns:a16="http://schemas.microsoft.com/office/drawing/2014/main" id="{0C404FC8-046D-4F0D-BF48-5C5B5EC44F12}"/>
                  </a:ext>
                </a:extLst>
              </p:cNvPr>
              <p:cNvCxnSpPr>
                <a:cxnSpLocks/>
                <a:stCxn id="19" idx="0"/>
                <a:endCxn id="22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de Seta Reta 24">
                <a:extLst>
                  <a:ext uri="{FF2B5EF4-FFF2-40B4-BE49-F238E27FC236}">
                    <a16:creationId xmlns:a16="http://schemas.microsoft.com/office/drawing/2014/main" id="{37069742-B0C4-425C-8FBB-BA1AF312E199}"/>
                  </a:ext>
                </a:extLst>
              </p:cNvPr>
              <p:cNvCxnSpPr>
                <a:cxnSpLocks/>
                <a:stCxn id="21" idx="0"/>
                <a:endCxn id="22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tângulo 25">
                <a:extLst>
                  <a:ext uri="{FF2B5EF4-FFF2-40B4-BE49-F238E27FC236}">
                    <a16:creationId xmlns:a16="http://schemas.microsoft.com/office/drawing/2014/main" id="{7F022E1D-B41B-4252-B118-3AD1FEC450A8}"/>
                  </a:ext>
                </a:extLst>
              </p:cNvPr>
              <p:cNvSpPr/>
              <p:nvPr/>
            </p:nvSpPr>
            <p:spPr>
              <a:xfrm>
                <a:off x="5205365" y="2003191"/>
                <a:ext cx="1424035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/>
                  <a:t>Rio de Janeiro</a:t>
                </a:r>
              </a:p>
            </p:txBody>
          </p:sp>
          <p:cxnSp>
            <p:nvCxnSpPr>
              <p:cNvPr id="27" name="Conector de Seta Reta 26">
                <a:extLst>
                  <a:ext uri="{FF2B5EF4-FFF2-40B4-BE49-F238E27FC236}">
                    <a16:creationId xmlns:a16="http://schemas.microsoft.com/office/drawing/2014/main" id="{6675473C-4690-4FFC-B51A-F195BC9260E0}"/>
                  </a:ext>
                </a:extLst>
              </p:cNvPr>
              <p:cNvCxnSpPr>
                <a:cxnSpLocks/>
                <a:stCxn id="15" idx="0"/>
                <a:endCxn id="26" idx="1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5EEB23BC-B4E0-4F73-A30A-B3D1F410C9C0}"/>
                  </a:ext>
                </a:extLst>
              </p:cNvPr>
              <p:cNvCxnSpPr>
                <a:cxnSpLocks/>
                <a:stCxn id="22" idx="0"/>
                <a:endCxn id="26" idx="3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9C20EDCD-550F-46F8-ADC4-15917E11101B}"/>
                </a:ext>
              </a:extLst>
            </p:cNvPr>
            <p:cNvCxnSpPr>
              <a:cxnSpLocks/>
              <a:stCxn id="43" idx="0"/>
              <a:endCxn id="9" idx="1"/>
            </p:cNvCxnSpPr>
            <p:nvPr/>
          </p:nvCxnSpPr>
          <p:spPr>
            <a:xfrm flipV="1">
              <a:off x="2245679" y="2511820"/>
              <a:ext cx="2574799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5B0D68C-884D-4392-B655-E9ACCFE8629F}"/>
                </a:ext>
              </a:extLst>
            </p:cNvPr>
            <p:cNvCxnSpPr>
              <a:cxnSpLocks/>
              <a:stCxn id="26" idx="0"/>
              <a:endCxn id="9" idx="3"/>
            </p:cNvCxnSpPr>
            <p:nvPr/>
          </p:nvCxnSpPr>
          <p:spPr>
            <a:xfrm flipH="1" flipV="1">
              <a:off x="6090676" y="2511820"/>
              <a:ext cx="3347097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1CE8AFAE-F981-4D7E-B430-CC50E8BDDDEB}"/>
                </a:ext>
              </a:extLst>
            </p:cNvPr>
            <p:cNvSpPr/>
            <p:nvPr/>
          </p:nvSpPr>
          <p:spPr>
            <a:xfrm>
              <a:off x="4820478" y="2080136"/>
              <a:ext cx="1270198" cy="863367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Brasil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F4776A-55EE-4D0F-A132-595FCECA26CA}"/>
                </a:ext>
              </a:extLst>
            </p:cNvPr>
            <p:cNvSpPr txBox="1"/>
            <p:nvPr/>
          </p:nvSpPr>
          <p:spPr>
            <a:xfrm>
              <a:off x="4942071" y="3736861"/>
              <a:ext cx="12820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0" dirty="0">
                  <a:solidFill>
                    <a:srgbClr val="BC451B"/>
                  </a:solidFill>
                </a:rPr>
                <a:t>...</a:t>
              </a:r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EDE77CFA-8DEF-40B5-AF3F-9B55FC7273AD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5455577" y="2943503"/>
              <a:ext cx="0" cy="147964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Elipse 58">
            <a:extLst>
              <a:ext uri="{FF2B5EF4-FFF2-40B4-BE49-F238E27FC236}">
                <a16:creationId xmlns:a16="http://schemas.microsoft.com/office/drawing/2014/main" id="{23AF19E6-33B0-4D60-AF1D-2F903C1C90FD}"/>
              </a:ext>
            </a:extLst>
          </p:cNvPr>
          <p:cNvSpPr/>
          <p:nvPr/>
        </p:nvSpPr>
        <p:spPr>
          <a:xfrm>
            <a:off x="9258357" y="3958840"/>
            <a:ext cx="976865" cy="8888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421CCC07-41DC-480D-82FA-C24363833F2A}"/>
              </a:ext>
            </a:extLst>
          </p:cNvPr>
          <p:cNvCxnSpPr>
            <a:cxnSpLocks/>
          </p:cNvCxnSpPr>
          <p:nvPr/>
        </p:nvCxnSpPr>
        <p:spPr>
          <a:xfrm flipH="1">
            <a:off x="890452" y="4003374"/>
            <a:ext cx="1287333" cy="911723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A07254EB-B6D8-4A83-BD18-E51DB7112FB0}"/>
              </a:ext>
            </a:extLst>
          </p:cNvPr>
          <p:cNvCxnSpPr>
            <a:cxnSpLocks/>
          </p:cNvCxnSpPr>
          <p:nvPr/>
        </p:nvCxnSpPr>
        <p:spPr>
          <a:xfrm>
            <a:off x="3129349" y="4194712"/>
            <a:ext cx="653716" cy="52117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B0234DDE-FDDF-4CE0-89AC-7A8572DC7126}"/>
              </a:ext>
            </a:extLst>
          </p:cNvPr>
          <p:cNvCxnSpPr>
            <a:cxnSpLocks/>
          </p:cNvCxnSpPr>
          <p:nvPr/>
        </p:nvCxnSpPr>
        <p:spPr>
          <a:xfrm>
            <a:off x="10382176" y="4260648"/>
            <a:ext cx="651794" cy="54561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C1BF7766-9039-48F9-9218-DB3A6EDF4EE5}"/>
              </a:ext>
            </a:extLst>
          </p:cNvPr>
          <p:cNvCxnSpPr>
            <a:cxnSpLocks/>
          </p:cNvCxnSpPr>
          <p:nvPr/>
        </p:nvCxnSpPr>
        <p:spPr>
          <a:xfrm flipH="1">
            <a:off x="8386209" y="4290394"/>
            <a:ext cx="676134" cy="44708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41DD24BA-BA04-45F6-8A5B-6159C9342B7C}"/>
              </a:ext>
            </a:extLst>
          </p:cNvPr>
          <p:cNvSpPr/>
          <p:nvPr/>
        </p:nvSpPr>
        <p:spPr>
          <a:xfrm>
            <a:off x="2064433" y="3986153"/>
            <a:ext cx="976865" cy="8888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21A150DB-C101-4080-99B4-84AF4F7095A0}"/>
              </a:ext>
            </a:extLst>
          </p:cNvPr>
          <p:cNvCxnSpPr>
            <a:cxnSpLocks/>
          </p:cNvCxnSpPr>
          <p:nvPr/>
        </p:nvCxnSpPr>
        <p:spPr>
          <a:xfrm flipV="1">
            <a:off x="2833425" y="2283383"/>
            <a:ext cx="2170104" cy="14710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E99F8555-8D22-4C76-9327-C840FD509C74}"/>
              </a:ext>
            </a:extLst>
          </p:cNvPr>
          <p:cNvCxnSpPr>
            <a:cxnSpLocks/>
          </p:cNvCxnSpPr>
          <p:nvPr/>
        </p:nvCxnSpPr>
        <p:spPr>
          <a:xfrm flipH="1" flipV="1">
            <a:off x="6844870" y="2421996"/>
            <a:ext cx="2471660" cy="12293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406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9B4F4-4281-4C58-8500-8AD42096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067" y="773950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The optimal combination/reconciliation approach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7815972-5F24-42CF-9845-C74D860E4BC8}"/>
              </a:ext>
            </a:extLst>
          </p:cNvPr>
          <p:cNvGrpSpPr/>
          <p:nvPr/>
        </p:nvGrpSpPr>
        <p:grpSpPr>
          <a:xfrm>
            <a:off x="465563" y="2491942"/>
            <a:ext cx="11250226" cy="3524001"/>
            <a:chOff x="149087" y="2511820"/>
            <a:chExt cx="11250226" cy="3524001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0D4F76DA-B5DF-46D9-B2DD-2802C378464D}"/>
                </a:ext>
              </a:extLst>
            </p:cNvPr>
            <p:cNvGrpSpPr/>
            <p:nvPr/>
          </p:nvGrpSpPr>
          <p:grpSpPr>
            <a:xfrm>
              <a:off x="149087" y="4423149"/>
              <a:ext cx="4058132" cy="1612672"/>
              <a:chOff x="1448146" y="2460391"/>
              <a:chExt cx="8650585" cy="3535275"/>
            </a:xfrm>
          </p:grpSpPr>
          <p:pic>
            <p:nvPicPr>
              <p:cNvPr id="29" name="Gráfico 28" descr="Curativo adesivo">
                <a:extLst>
                  <a:ext uri="{FF2B5EF4-FFF2-40B4-BE49-F238E27FC236}">
                    <a16:creationId xmlns:a16="http://schemas.microsoft.com/office/drawing/2014/main" id="{99589373-9E38-4168-A310-3F9449CED9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0" name="Gráfico 29" descr="Alterações e ajustes">
                <a:extLst>
                  <a:ext uri="{FF2B5EF4-FFF2-40B4-BE49-F238E27FC236}">
                    <a16:creationId xmlns:a16="http://schemas.microsoft.com/office/drawing/2014/main" id="{3E9B7252-8F9E-4B95-91A8-B3FBEFA82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1" name="Gráfico 30" descr="Banana">
                <a:extLst>
                  <a:ext uri="{FF2B5EF4-FFF2-40B4-BE49-F238E27FC236}">
                    <a16:creationId xmlns:a16="http://schemas.microsoft.com/office/drawing/2014/main" id="{0224FE91-933C-4CDA-8D57-751360077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2" name="Gráfico 31" descr="Loja">
                <a:extLst>
                  <a:ext uri="{FF2B5EF4-FFF2-40B4-BE49-F238E27FC236}">
                    <a16:creationId xmlns:a16="http://schemas.microsoft.com/office/drawing/2014/main" id="{C013AEDB-4BC4-4D11-A45A-2FAE38402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33" name="Conector de Seta Reta 32">
                <a:extLst>
                  <a:ext uri="{FF2B5EF4-FFF2-40B4-BE49-F238E27FC236}">
                    <a16:creationId xmlns:a16="http://schemas.microsoft.com/office/drawing/2014/main" id="{52545C52-4E0C-4D85-90C0-870B1D9273D1}"/>
                  </a:ext>
                </a:extLst>
              </p:cNvPr>
              <p:cNvCxnSpPr>
                <a:stCxn id="30" idx="0"/>
                <a:endCxn id="32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e Seta Reta 33">
                <a:extLst>
                  <a:ext uri="{FF2B5EF4-FFF2-40B4-BE49-F238E27FC236}">
                    <a16:creationId xmlns:a16="http://schemas.microsoft.com/office/drawing/2014/main" id="{370B8C1B-314A-42BB-84B2-D33557AD1E7D}"/>
                  </a:ext>
                </a:extLst>
              </p:cNvPr>
              <p:cNvCxnSpPr>
                <a:cxnSpLocks/>
                <a:stCxn id="29" idx="0"/>
                <a:endCxn id="32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e Seta Reta 34">
                <a:extLst>
                  <a:ext uri="{FF2B5EF4-FFF2-40B4-BE49-F238E27FC236}">
                    <a16:creationId xmlns:a16="http://schemas.microsoft.com/office/drawing/2014/main" id="{44825600-6ACD-4FC1-B0F5-36BAF88D5827}"/>
                  </a:ext>
                </a:extLst>
              </p:cNvPr>
              <p:cNvCxnSpPr>
                <a:cxnSpLocks/>
                <a:stCxn id="31" idx="0"/>
                <a:endCxn id="32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Gráfico 35" descr="Curativo adesivo">
                <a:extLst>
                  <a:ext uri="{FF2B5EF4-FFF2-40B4-BE49-F238E27FC236}">
                    <a16:creationId xmlns:a16="http://schemas.microsoft.com/office/drawing/2014/main" id="{1622918A-AE75-4D24-8DF3-ADED3A8ED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7" name="Gráfico 36" descr="Alterações e ajustes">
                <a:extLst>
                  <a:ext uri="{FF2B5EF4-FFF2-40B4-BE49-F238E27FC236}">
                    <a16:creationId xmlns:a16="http://schemas.microsoft.com/office/drawing/2014/main" id="{D2C35D53-6088-47A0-B5E3-6C3FBEC6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8" name="Gráfico 37" descr="Banana">
                <a:extLst>
                  <a:ext uri="{FF2B5EF4-FFF2-40B4-BE49-F238E27FC236}">
                    <a16:creationId xmlns:a16="http://schemas.microsoft.com/office/drawing/2014/main" id="{190B4CF0-3062-4F0A-A1A2-EFD3243B6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39" name="Gráfico 38" descr="Loja">
                <a:extLst>
                  <a:ext uri="{FF2B5EF4-FFF2-40B4-BE49-F238E27FC236}">
                    <a16:creationId xmlns:a16="http://schemas.microsoft.com/office/drawing/2014/main" id="{EC2B46B7-8379-43C8-BA61-3AD30BA3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0CF0F473-74FA-4270-8BEA-C5F897236366}"/>
                  </a:ext>
                </a:extLst>
              </p:cNvPr>
              <p:cNvCxnSpPr>
                <a:stCxn id="37" idx="0"/>
                <a:endCxn id="39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de Seta Reta 40">
                <a:extLst>
                  <a:ext uri="{FF2B5EF4-FFF2-40B4-BE49-F238E27FC236}">
                    <a16:creationId xmlns:a16="http://schemas.microsoft.com/office/drawing/2014/main" id="{06E9D43B-1D24-4FDC-8F99-4EB29B893053}"/>
                  </a:ext>
                </a:extLst>
              </p:cNvPr>
              <p:cNvCxnSpPr>
                <a:cxnSpLocks/>
                <a:stCxn id="36" idx="0"/>
                <a:endCxn id="39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de Seta Reta 41">
                <a:extLst>
                  <a:ext uri="{FF2B5EF4-FFF2-40B4-BE49-F238E27FC236}">
                    <a16:creationId xmlns:a16="http://schemas.microsoft.com/office/drawing/2014/main" id="{2E044950-FF7B-4AF9-B3C2-C474B40250D5}"/>
                  </a:ext>
                </a:extLst>
              </p:cNvPr>
              <p:cNvCxnSpPr>
                <a:cxnSpLocks/>
                <a:stCxn id="38" idx="0"/>
                <a:endCxn id="39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e Seta Reta 43">
                <a:extLst>
                  <a:ext uri="{FF2B5EF4-FFF2-40B4-BE49-F238E27FC236}">
                    <a16:creationId xmlns:a16="http://schemas.microsoft.com/office/drawing/2014/main" id="{618A4F1C-54B3-4FFD-A9D8-E895620F8E27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e Seta Reta 44">
                <a:extLst>
                  <a:ext uri="{FF2B5EF4-FFF2-40B4-BE49-F238E27FC236}">
                    <a16:creationId xmlns:a16="http://schemas.microsoft.com/office/drawing/2014/main" id="{8B5059D4-B4C6-4975-8AFD-D9DB1D95AA6A}"/>
                  </a:ext>
                </a:extLst>
              </p:cNvPr>
              <p:cNvCxnSpPr>
                <a:cxnSpLocks/>
                <a:stCxn id="39" idx="0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C185A86F-A09C-4169-89B5-0D07515EC54C}"/>
                </a:ext>
              </a:extLst>
            </p:cNvPr>
            <p:cNvGrpSpPr/>
            <p:nvPr/>
          </p:nvGrpSpPr>
          <p:grpSpPr>
            <a:xfrm>
              <a:off x="7341181" y="4423149"/>
              <a:ext cx="4058132" cy="1612672"/>
              <a:chOff x="1448146" y="2460391"/>
              <a:chExt cx="8650585" cy="3535275"/>
            </a:xfrm>
          </p:grpSpPr>
          <p:pic>
            <p:nvPicPr>
              <p:cNvPr id="12" name="Gráfico 11" descr="Curativo adesivo">
                <a:extLst>
                  <a:ext uri="{FF2B5EF4-FFF2-40B4-BE49-F238E27FC236}">
                    <a16:creationId xmlns:a16="http://schemas.microsoft.com/office/drawing/2014/main" id="{6F486696-011A-45DF-8844-FDF30660E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93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3" name="Gráfico 12" descr="Alterações e ajustes">
                <a:extLst>
                  <a:ext uri="{FF2B5EF4-FFF2-40B4-BE49-F238E27FC236}">
                    <a16:creationId xmlns:a16="http://schemas.microsoft.com/office/drawing/2014/main" id="{62455B21-EAF7-425C-9346-4770CEC6B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48146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4" name="Gráfico 13" descr="Banana">
                <a:extLst>
                  <a:ext uri="{FF2B5EF4-FFF2-40B4-BE49-F238E27FC236}">
                    <a16:creationId xmlns:a16="http://schemas.microsoft.com/office/drawing/2014/main" id="{E662AF4F-0AC4-4C93-A21D-B0CED952C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90965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15" name="Gráfico 14" descr="Loja">
                <a:extLst>
                  <a:ext uri="{FF2B5EF4-FFF2-40B4-BE49-F238E27FC236}">
                    <a16:creationId xmlns:a16="http://schemas.microsoft.com/office/drawing/2014/main" id="{7C0B0038-B3BC-4023-B6DD-A08719614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19365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7372FBAA-0A54-4BFA-807D-AACC5F2EC76C}"/>
                  </a:ext>
                </a:extLst>
              </p:cNvPr>
              <p:cNvCxnSpPr>
                <a:stCxn id="13" idx="0"/>
                <a:endCxn id="15" idx="1"/>
              </p:cNvCxnSpPr>
              <p:nvPr/>
            </p:nvCxnSpPr>
            <p:spPr>
              <a:xfrm flipV="1">
                <a:off x="1905346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2D6F8E5A-47CC-4CE4-BA18-1EE9B398585B}"/>
                  </a:ext>
                </a:extLst>
              </p:cNvPr>
              <p:cNvCxnSpPr>
                <a:cxnSpLocks/>
                <a:stCxn id="12" idx="0"/>
                <a:endCxn id="15" idx="2"/>
              </p:cNvCxnSpPr>
              <p:nvPr/>
            </p:nvCxnSpPr>
            <p:spPr>
              <a:xfrm flipV="1">
                <a:off x="3376565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B006E69C-3489-4ABE-AA35-9608D6D6786C}"/>
                  </a:ext>
                </a:extLst>
              </p:cNvPr>
              <p:cNvCxnSpPr>
                <a:cxnSpLocks/>
                <a:stCxn id="14" idx="0"/>
                <a:endCxn id="15" idx="3"/>
              </p:cNvCxnSpPr>
              <p:nvPr/>
            </p:nvCxnSpPr>
            <p:spPr>
              <a:xfrm flipH="1" flipV="1">
                <a:off x="3833765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Gráfico 18" descr="Curativo adesivo">
                <a:extLst>
                  <a:ext uri="{FF2B5EF4-FFF2-40B4-BE49-F238E27FC236}">
                    <a16:creationId xmlns:a16="http://schemas.microsoft.com/office/drawing/2014/main" id="{D0F67F83-F28A-47F0-8C31-0BCF56D97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27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0" name="Gráfico 19" descr="Alterações e ajustes">
                <a:extLst>
                  <a:ext uri="{FF2B5EF4-FFF2-40B4-BE49-F238E27FC236}">
                    <a16:creationId xmlns:a16="http://schemas.microsoft.com/office/drawing/2014/main" id="{F5BFFB20-9150-4CE3-B1DD-023B8A3BFB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41512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1" name="Gráfico 20" descr="Banana">
                <a:extLst>
                  <a:ext uri="{FF2B5EF4-FFF2-40B4-BE49-F238E27FC236}">
                    <a16:creationId xmlns:a16="http://schemas.microsoft.com/office/drawing/2014/main" id="{AFFC1296-C085-4482-8045-DDAC6331FF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84331" y="5081266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pic>
            <p:nvPicPr>
              <p:cNvPr id="22" name="Gráfico 21" descr="Loja">
                <a:extLst>
                  <a:ext uri="{FF2B5EF4-FFF2-40B4-BE49-F238E27FC236}">
                    <a16:creationId xmlns:a16="http://schemas.microsoft.com/office/drawing/2014/main" id="{D043A702-A285-47B8-81FD-5FFC21756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12731" y="3797933"/>
                <a:ext cx="914400" cy="91440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91000"/>
                  </a:prstClr>
                </a:outerShdw>
              </a:effectLst>
            </p:spPr>
          </p:pic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573427E4-EC6F-4B39-93A0-EA6233846520}"/>
                  </a:ext>
                </a:extLst>
              </p:cNvPr>
              <p:cNvCxnSpPr>
                <a:stCxn id="20" idx="0"/>
                <a:endCxn id="22" idx="1"/>
              </p:cNvCxnSpPr>
              <p:nvPr/>
            </p:nvCxnSpPr>
            <p:spPr>
              <a:xfrm flipV="1">
                <a:off x="6798712" y="4255133"/>
                <a:ext cx="1014019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de Seta Reta 23">
                <a:extLst>
                  <a:ext uri="{FF2B5EF4-FFF2-40B4-BE49-F238E27FC236}">
                    <a16:creationId xmlns:a16="http://schemas.microsoft.com/office/drawing/2014/main" id="{0C404FC8-046D-4F0D-BF48-5C5B5EC44F12}"/>
                  </a:ext>
                </a:extLst>
              </p:cNvPr>
              <p:cNvCxnSpPr>
                <a:cxnSpLocks/>
                <a:stCxn id="19" idx="0"/>
                <a:endCxn id="22" idx="2"/>
              </p:cNvCxnSpPr>
              <p:nvPr/>
            </p:nvCxnSpPr>
            <p:spPr>
              <a:xfrm flipV="1">
                <a:off x="8269931" y="4712333"/>
                <a:ext cx="0" cy="3689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de Seta Reta 24">
                <a:extLst>
                  <a:ext uri="{FF2B5EF4-FFF2-40B4-BE49-F238E27FC236}">
                    <a16:creationId xmlns:a16="http://schemas.microsoft.com/office/drawing/2014/main" id="{37069742-B0C4-425C-8FBB-BA1AF312E199}"/>
                  </a:ext>
                </a:extLst>
              </p:cNvPr>
              <p:cNvCxnSpPr>
                <a:cxnSpLocks/>
                <a:stCxn id="21" idx="0"/>
                <a:endCxn id="22" idx="3"/>
              </p:cNvCxnSpPr>
              <p:nvPr/>
            </p:nvCxnSpPr>
            <p:spPr>
              <a:xfrm flipH="1" flipV="1">
                <a:off x="8727131" y="4255133"/>
                <a:ext cx="914400" cy="8261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de Seta Reta 26">
                <a:extLst>
                  <a:ext uri="{FF2B5EF4-FFF2-40B4-BE49-F238E27FC236}">
                    <a16:creationId xmlns:a16="http://schemas.microsoft.com/office/drawing/2014/main" id="{6675473C-4690-4FFC-B51A-F195BC9260E0}"/>
                  </a:ext>
                </a:extLst>
              </p:cNvPr>
              <p:cNvCxnSpPr>
                <a:cxnSpLocks/>
                <a:stCxn id="15" idx="0"/>
              </p:cNvCxnSpPr>
              <p:nvPr/>
            </p:nvCxnSpPr>
            <p:spPr>
              <a:xfrm flipV="1">
                <a:off x="3376565" y="2460391"/>
                <a:ext cx="1828800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5EEB23BC-B4E0-4F73-A30A-B3D1F410C9C0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H="1" flipV="1">
                <a:off x="6629400" y="2460391"/>
                <a:ext cx="1640531" cy="1337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9C20EDCD-550F-46F8-ADC4-15917E111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5679" y="2511820"/>
              <a:ext cx="2574799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5B0D68C-884D-4392-B655-E9ACCFE86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0676" y="2511820"/>
              <a:ext cx="3347097" cy="1702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F4776A-55EE-4D0F-A132-595FCECA26CA}"/>
                </a:ext>
              </a:extLst>
            </p:cNvPr>
            <p:cNvSpPr txBox="1"/>
            <p:nvPr/>
          </p:nvSpPr>
          <p:spPr>
            <a:xfrm>
              <a:off x="4942071" y="3736861"/>
              <a:ext cx="12820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0" dirty="0">
                  <a:solidFill>
                    <a:srgbClr val="BC451B"/>
                  </a:solidFill>
                </a:rPr>
                <a:t>...</a:t>
              </a:r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EDE77CFA-8DEF-40B5-AF3F-9B55FC727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577" y="2943503"/>
              <a:ext cx="0" cy="147964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Elipse 58">
            <a:extLst>
              <a:ext uri="{FF2B5EF4-FFF2-40B4-BE49-F238E27FC236}">
                <a16:creationId xmlns:a16="http://schemas.microsoft.com/office/drawing/2014/main" id="{23AF19E6-33B0-4D60-AF1D-2F903C1C90FD}"/>
              </a:ext>
            </a:extLst>
          </p:cNvPr>
          <p:cNvSpPr/>
          <p:nvPr/>
        </p:nvSpPr>
        <p:spPr>
          <a:xfrm>
            <a:off x="9258357" y="3958840"/>
            <a:ext cx="976865" cy="8888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421CCC07-41DC-480D-82FA-C24363833F2A}"/>
              </a:ext>
            </a:extLst>
          </p:cNvPr>
          <p:cNvCxnSpPr>
            <a:cxnSpLocks/>
          </p:cNvCxnSpPr>
          <p:nvPr/>
        </p:nvCxnSpPr>
        <p:spPr>
          <a:xfrm flipH="1">
            <a:off x="890452" y="4003374"/>
            <a:ext cx="1287333" cy="911723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A07254EB-B6D8-4A83-BD18-E51DB7112FB0}"/>
              </a:ext>
            </a:extLst>
          </p:cNvPr>
          <p:cNvCxnSpPr>
            <a:cxnSpLocks/>
          </p:cNvCxnSpPr>
          <p:nvPr/>
        </p:nvCxnSpPr>
        <p:spPr>
          <a:xfrm>
            <a:off x="3129349" y="4194712"/>
            <a:ext cx="653716" cy="52117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B0234DDE-FDDF-4CE0-89AC-7A8572DC7126}"/>
              </a:ext>
            </a:extLst>
          </p:cNvPr>
          <p:cNvCxnSpPr>
            <a:cxnSpLocks/>
          </p:cNvCxnSpPr>
          <p:nvPr/>
        </p:nvCxnSpPr>
        <p:spPr>
          <a:xfrm>
            <a:off x="10382176" y="4260648"/>
            <a:ext cx="651794" cy="54561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C1BF7766-9039-48F9-9218-DB3A6EDF4EE5}"/>
              </a:ext>
            </a:extLst>
          </p:cNvPr>
          <p:cNvCxnSpPr>
            <a:cxnSpLocks/>
          </p:cNvCxnSpPr>
          <p:nvPr/>
        </p:nvCxnSpPr>
        <p:spPr>
          <a:xfrm flipH="1">
            <a:off x="8386209" y="4290394"/>
            <a:ext cx="676134" cy="44708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41DD24BA-BA04-45F6-8A5B-6159C9342B7C}"/>
              </a:ext>
            </a:extLst>
          </p:cNvPr>
          <p:cNvSpPr/>
          <p:nvPr/>
        </p:nvSpPr>
        <p:spPr>
          <a:xfrm>
            <a:off x="2064433" y="3986153"/>
            <a:ext cx="976865" cy="8888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21A150DB-C101-4080-99B4-84AF4F7095A0}"/>
              </a:ext>
            </a:extLst>
          </p:cNvPr>
          <p:cNvCxnSpPr>
            <a:cxnSpLocks/>
          </p:cNvCxnSpPr>
          <p:nvPr/>
        </p:nvCxnSpPr>
        <p:spPr>
          <a:xfrm flipV="1">
            <a:off x="2833425" y="2594113"/>
            <a:ext cx="1690270" cy="11603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E99F8555-8D22-4C76-9327-C840FD509C74}"/>
              </a:ext>
            </a:extLst>
          </p:cNvPr>
          <p:cNvCxnSpPr>
            <a:cxnSpLocks/>
          </p:cNvCxnSpPr>
          <p:nvPr/>
        </p:nvCxnSpPr>
        <p:spPr>
          <a:xfrm flipH="1" flipV="1">
            <a:off x="7195930" y="2594113"/>
            <a:ext cx="2120600" cy="10572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FA2EEF91-B82B-44C9-A57D-83E56987237C}"/>
              </a:ext>
            </a:extLst>
          </p:cNvPr>
          <p:cNvCxnSpPr>
            <a:cxnSpLocks/>
          </p:cNvCxnSpPr>
          <p:nvPr/>
        </p:nvCxnSpPr>
        <p:spPr>
          <a:xfrm flipH="1">
            <a:off x="3351767" y="2872963"/>
            <a:ext cx="1543798" cy="111221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3729ED8F-8FC9-4B24-88D7-5D9BAE0620DF}"/>
              </a:ext>
            </a:extLst>
          </p:cNvPr>
          <p:cNvCxnSpPr>
            <a:cxnSpLocks/>
          </p:cNvCxnSpPr>
          <p:nvPr/>
        </p:nvCxnSpPr>
        <p:spPr>
          <a:xfrm>
            <a:off x="6701729" y="2897941"/>
            <a:ext cx="1933981" cy="96937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D0A0BFCF-9D31-4702-B9F6-3D014FF33D88}"/>
              </a:ext>
            </a:extLst>
          </p:cNvPr>
          <p:cNvSpPr/>
          <p:nvPr/>
        </p:nvSpPr>
        <p:spPr>
          <a:xfrm>
            <a:off x="4895565" y="1543514"/>
            <a:ext cx="1933977" cy="187461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FB6E81FD-7A98-4B28-A2B4-BD8576B4B917}"/>
              </a:ext>
            </a:extLst>
          </p:cNvPr>
          <p:cNvSpPr/>
          <p:nvPr/>
        </p:nvSpPr>
        <p:spPr>
          <a:xfrm>
            <a:off x="377343" y="5479681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2DF294C8-ABBE-4F46-9260-13E23B76D0F2}"/>
              </a:ext>
            </a:extLst>
          </p:cNvPr>
          <p:cNvSpPr/>
          <p:nvPr/>
        </p:nvSpPr>
        <p:spPr>
          <a:xfrm>
            <a:off x="1006713" y="5479681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016481EA-BC36-4C31-B742-A56F5BE5AE11}"/>
              </a:ext>
            </a:extLst>
          </p:cNvPr>
          <p:cNvSpPr/>
          <p:nvPr/>
        </p:nvSpPr>
        <p:spPr>
          <a:xfrm>
            <a:off x="1567843" y="5479681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8955B896-290F-47B9-A411-548F4CA1B62C}"/>
              </a:ext>
            </a:extLst>
          </p:cNvPr>
          <p:cNvSpPr/>
          <p:nvPr/>
        </p:nvSpPr>
        <p:spPr>
          <a:xfrm>
            <a:off x="2718001" y="54531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9A22F7E7-9D0C-4883-8593-0BD7867A7A01}"/>
              </a:ext>
            </a:extLst>
          </p:cNvPr>
          <p:cNvSpPr/>
          <p:nvPr/>
        </p:nvSpPr>
        <p:spPr>
          <a:xfrm>
            <a:off x="3347371" y="54531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75B2F107-E22C-428B-9FDC-CDFD9CDA8B83}"/>
              </a:ext>
            </a:extLst>
          </p:cNvPr>
          <p:cNvSpPr/>
          <p:nvPr/>
        </p:nvSpPr>
        <p:spPr>
          <a:xfrm>
            <a:off x="3908501" y="54531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91968F9A-7421-48A6-9548-4B5B561E453C}"/>
              </a:ext>
            </a:extLst>
          </p:cNvPr>
          <p:cNvSpPr/>
          <p:nvPr/>
        </p:nvSpPr>
        <p:spPr>
          <a:xfrm>
            <a:off x="7617829" y="5436774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30CDD3E9-8444-485A-8C48-1A44F9D7AE5A}"/>
              </a:ext>
            </a:extLst>
          </p:cNvPr>
          <p:cNvSpPr/>
          <p:nvPr/>
        </p:nvSpPr>
        <p:spPr>
          <a:xfrm>
            <a:off x="8247199" y="5436774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6A3DEECA-E5B0-4004-9C49-1CBFA895D639}"/>
              </a:ext>
            </a:extLst>
          </p:cNvPr>
          <p:cNvSpPr/>
          <p:nvPr/>
        </p:nvSpPr>
        <p:spPr>
          <a:xfrm>
            <a:off x="8808329" y="5436774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39C16B1A-E9B5-4CB2-B88E-13B7E1F38303}"/>
              </a:ext>
            </a:extLst>
          </p:cNvPr>
          <p:cNvSpPr/>
          <p:nvPr/>
        </p:nvSpPr>
        <p:spPr>
          <a:xfrm>
            <a:off x="9913403" y="54208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2384DDA3-3937-4476-AD4B-B1D3611559E6}"/>
              </a:ext>
            </a:extLst>
          </p:cNvPr>
          <p:cNvSpPr/>
          <p:nvPr/>
        </p:nvSpPr>
        <p:spPr>
          <a:xfrm>
            <a:off x="10523239" y="54208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1E87EE80-F214-47A3-933E-646E359D803F}"/>
              </a:ext>
            </a:extLst>
          </p:cNvPr>
          <p:cNvSpPr/>
          <p:nvPr/>
        </p:nvSpPr>
        <p:spPr>
          <a:xfrm>
            <a:off x="11084369" y="5420816"/>
            <a:ext cx="693901" cy="7217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tângulo 93">
            <a:extLst>
              <a:ext uri="{FF2B5EF4-FFF2-40B4-BE49-F238E27FC236}">
                <a16:creationId xmlns:a16="http://schemas.microsoft.com/office/drawing/2014/main" id="{95D2D13E-80B1-45D0-AC53-06227AEAD138}"/>
              </a:ext>
            </a:extLst>
          </p:cNvPr>
          <p:cNvSpPr/>
          <p:nvPr/>
        </p:nvSpPr>
        <p:spPr>
          <a:xfrm>
            <a:off x="2228136" y="4194712"/>
            <a:ext cx="668038" cy="41711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São Paulo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1EA9B50C-1711-4801-8647-6F19698862B0}"/>
              </a:ext>
            </a:extLst>
          </p:cNvPr>
          <p:cNvSpPr/>
          <p:nvPr/>
        </p:nvSpPr>
        <p:spPr>
          <a:xfrm>
            <a:off x="9420230" y="4194712"/>
            <a:ext cx="668038" cy="41711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Rio de Janeiro</a:t>
            </a:r>
          </a:p>
        </p:txBody>
      </p:sp>
      <p:sp>
        <p:nvSpPr>
          <p:cNvPr id="96" name="Retângulo 95">
            <a:extLst>
              <a:ext uri="{FF2B5EF4-FFF2-40B4-BE49-F238E27FC236}">
                <a16:creationId xmlns:a16="http://schemas.microsoft.com/office/drawing/2014/main" id="{6A6D6685-FE6A-4588-A179-1E41BC398894}"/>
              </a:ext>
            </a:extLst>
          </p:cNvPr>
          <p:cNvSpPr/>
          <p:nvPr/>
        </p:nvSpPr>
        <p:spPr>
          <a:xfrm>
            <a:off x="5136954" y="2060258"/>
            <a:ext cx="1270198" cy="86336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Brasil</a:t>
            </a:r>
          </a:p>
        </p:txBody>
      </p:sp>
    </p:spTree>
    <p:extLst>
      <p:ext uri="{BB962C8B-B14F-4D97-AF65-F5344CB8AC3E}">
        <p14:creationId xmlns:p14="http://schemas.microsoft.com/office/powerpoint/2010/main" val="251855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929E7-7E0D-48AD-A2BE-4B685475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pt-BR" dirty="0"/>
              <a:t>Qual modelo eu devo utilizar?</a:t>
            </a:r>
          </a:p>
        </p:txBody>
      </p:sp>
    </p:spTree>
    <p:extLst>
      <p:ext uri="{BB962C8B-B14F-4D97-AF65-F5344CB8AC3E}">
        <p14:creationId xmlns:p14="http://schemas.microsoft.com/office/powerpoint/2010/main" val="3132756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8E53F-DC3D-43B8-A327-CDBFE2FF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Recomendações da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E91F8-F335-4F2A-BE6D-42D4EA449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Regressão Linear</a:t>
            </a:r>
          </a:p>
          <a:p>
            <a:r>
              <a:rPr lang="pt-BR" dirty="0" err="1"/>
              <a:t>Random</a:t>
            </a:r>
            <a:r>
              <a:rPr lang="pt-BR" dirty="0"/>
              <a:t> Forest </a:t>
            </a:r>
            <a:r>
              <a:rPr lang="pt-BR" dirty="0" err="1"/>
              <a:t>Regressor</a:t>
            </a:r>
            <a:endParaRPr lang="pt-BR" dirty="0"/>
          </a:p>
          <a:p>
            <a:r>
              <a:rPr lang="pt-BR" dirty="0"/>
              <a:t>DNN (</a:t>
            </a:r>
            <a:r>
              <a:rPr lang="pt-BR" dirty="0" err="1"/>
              <a:t>Deep</a:t>
            </a:r>
            <a:r>
              <a:rPr lang="pt-BR" dirty="0"/>
              <a:t> Neural Network)</a:t>
            </a:r>
          </a:p>
          <a:p>
            <a:r>
              <a:rPr lang="pt-BR" dirty="0"/>
              <a:t>RNN (</a:t>
            </a:r>
            <a:r>
              <a:rPr lang="pt-BR" dirty="0" err="1"/>
              <a:t>Recurrent</a:t>
            </a:r>
            <a:r>
              <a:rPr lang="pt-BR" dirty="0"/>
              <a:t> Neural Network)</a:t>
            </a:r>
          </a:p>
          <a:p>
            <a:r>
              <a:rPr lang="pt-BR" dirty="0"/>
              <a:t>LSTM (</a:t>
            </a:r>
            <a:r>
              <a:rPr lang="pt-BR" dirty="0" err="1"/>
              <a:t>Long</a:t>
            </a:r>
            <a:r>
              <a:rPr lang="pt-BR" dirty="0"/>
              <a:t> Short </a:t>
            </a:r>
            <a:r>
              <a:rPr lang="pt-BR" dirty="0" err="1"/>
              <a:t>Term</a:t>
            </a:r>
            <a:r>
              <a:rPr lang="pt-BR" dirty="0"/>
              <a:t> </a:t>
            </a:r>
            <a:r>
              <a:rPr lang="pt-BR" dirty="0" err="1"/>
              <a:t>Memory</a:t>
            </a:r>
            <a:r>
              <a:rPr lang="pt-BR" dirty="0"/>
              <a:t> Neural Networks)</a:t>
            </a:r>
          </a:p>
          <a:p>
            <a:r>
              <a:rPr lang="pt-BR" dirty="0"/>
              <a:t>GANS (</a:t>
            </a:r>
            <a:r>
              <a:rPr lang="pt-BR" dirty="0" err="1">
                <a:effectLst/>
              </a:rPr>
              <a:t>Generative</a:t>
            </a:r>
            <a:r>
              <a:rPr lang="pt-BR" dirty="0">
                <a:effectLst/>
              </a:rPr>
              <a:t> Adversarial Networks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878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B12A7-BDE5-4F3F-87A3-5247270A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pt-BR" dirty="0"/>
              <a:t>Informações do nosso desafio</a:t>
            </a:r>
          </a:p>
        </p:txBody>
      </p:sp>
    </p:spTree>
    <p:extLst>
      <p:ext uri="{BB962C8B-B14F-4D97-AF65-F5344CB8AC3E}">
        <p14:creationId xmlns:p14="http://schemas.microsoft.com/office/powerpoint/2010/main" val="2040586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646A9-BF4F-4FBB-89C3-6E8E8336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58078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pt-BR" dirty="0"/>
              <a:t>Prever as vendas unitárias de varejo do Walmart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1A5D38B-BED9-4270-9B74-F9F05D21669C}"/>
              </a:ext>
            </a:extLst>
          </p:cNvPr>
          <p:cNvSpPr txBox="1">
            <a:spLocks/>
          </p:cNvSpPr>
          <p:nvPr/>
        </p:nvSpPr>
        <p:spPr>
          <a:xfrm>
            <a:off x="919119" y="3382579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loja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6239E44-0CF4-45EC-9529-A638E421DDB5}"/>
              </a:ext>
            </a:extLst>
          </p:cNvPr>
          <p:cNvSpPr txBox="1">
            <a:spLocks/>
          </p:cNvSpPr>
          <p:nvPr/>
        </p:nvSpPr>
        <p:spPr>
          <a:xfrm>
            <a:off x="919119" y="2659439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estado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536C14D-6A52-4067-BE27-F022C33C8DD2}"/>
              </a:ext>
            </a:extLst>
          </p:cNvPr>
          <p:cNvSpPr txBox="1">
            <a:spLocks/>
          </p:cNvSpPr>
          <p:nvPr/>
        </p:nvSpPr>
        <p:spPr>
          <a:xfrm>
            <a:off x="919119" y="4059023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categoria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75D17F4-ABFD-4B28-B0E3-346E04D632A5}"/>
              </a:ext>
            </a:extLst>
          </p:cNvPr>
          <p:cNvSpPr txBox="1">
            <a:spLocks/>
          </p:cNvSpPr>
          <p:nvPr/>
        </p:nvSpPr>
        <p:spPr>
          <a:xfrm>
            <a:off x="919119" y="5642658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item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C0438C9-6BB2-4D5A-9536-B0E8419F87FF}"/>
              </a:ext>
            </a:extLst>
          </p:cNvPr>
          <p:cNvSpPr txBox="1">
            <a:spLocks/>
          </p:cNvSpPr>
          <p:nvPr/>
        </p:nvSpPr>
        <p:spPr>
          <a:xfrm>
            <a:off x="919119" y="1893543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Total de vendas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D69E7D2-7B89-432C-8C93-AF0D8B082F94}"/>
              </a:ext>
            </a:extLst>
          </p:cNvPr>
          <p:cNvSpPr txBox="1">
            <a:spLocks/>
          </p:cNvSpPr>
          <p:nvPr/>
        </p:nvSpPr>
        <p:spPr>
          <a:xfrm>
            <a:off x="919119" y="4871615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Por departamento</a:t>
            </a:r>
          </a:p>
        </p:txBody>
      </p:sp>
    </p:spTree>
    <p:extLst>
      <p:ext uri="{BB962C8B-B14F-4D97-AF65-F5344CB8AC3E}">
        <p14:creationId xmlns:p14="http://schemas.microsoft.com/office/powerpoint/2010/main" val="321766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008FF-4C16-4BEC-9784-4A4E7D5E1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M5 – </a:t>
            </a:r>
            <a:r>
              <a:rPr lang="pt-BR" dirty="0" err="1"/>
              <a:t>Forecasting</a:t>
            </a:r>
            <a:r>
              <a:rPr lang="pt-BR" dirty="0"/>
              <a:t> </a:t>
            </a:r>
            <a:r>
              <a:rPr lang="pt-BR" dirty="0" err="1"/>
              <a:t>competition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6CF47-89AD-4C18-958F-33E6C6DBA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3049 produtos</a:t>
            </a:r>
          </a:p>
          <a:p>
            <a:r>
              <a:rPr lang="pt-BR" dirty="0"/>
              <a:t>6 camadas de hierarquia</a:t>
            </a:r>
          </a:p>
          <a:p>
            <a:r>
              <a:rPr lang="pt-BR" dirty="0"/>
              <a:t>3 </a:t>
            </a:r>
            <a:r>
              <a:rPr lang="pt-BR" dirty="0" err="1"/>
              <a:t>datasets</a:t>
            </a:r>
            <a:endParaRPr lang="pt-BR" dirty="0"/>
          </a:p>
          <a:p>
            <a:r>
              <a:rPr lang="pt-BR" dirty="0"/>
              <a:t>5 anos de dados</a:t>
            </a:r>
          </a:p>
          <a:p>
            <a:r>
              <a:rPr lang="pt-BR" dirty="0"/>
              <a:t>1941 dias</a:t>
            </a:r>
          </a:p>
          <a:p>
            <a:r>
              <a:rPr lang="pt-BR" dirty="0"/>
              <a:t>Dados fornecidos pelo Walmart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9787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8E53F-DC3D-43B8-A327-CDBFE2FF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hierárquica do problema abordado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9E0917-6937-4684-A079-D5FCB0AE1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23" y="1730328"/>
            <a:ext cx="8869305" cy="474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64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688DA-771D-45FA-A354-C98961C6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996" y="183466"/>
            <a:ext cx="6093292" cy="970450"/>
          </a:xfrm>
        </p:spPr>
        <p:txBody>
          <a:bodyPr/>
          <a:lstStyle/>
          <a:p>
            <a:r>
              <a:rPr lang="pt-BR" dirty="0"/>
              <a:t>Informações da Árvore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42F187C-ACD8-47F7-B862-77284C0FCC61}"/>
              </a:ext>
            </a:extLst>
          </p:cNvPr>
          <p:cNvGrpSpPr/>
          <p:nvPr/>
        </p:nvGrpSpPr>
        <p:grpSpPr>
          <a:xfrm>
            <a:off x="2946650" y="1203123"/>
            <a:ext cx="5502801" cy="4451754"/>
            <a:chOff x="593199" y="1153916"/>
            <a:chExt cx="4624846" cy="2622053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DCD23960-8FDC-426F-AA11-353B6E6D7C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0" r="1246" b="65521"/>
            <a:stretch/>
          </p:blipFill>
          <p:spPr>
            <a:xfrm>
              <a:off x="603138" y="1153916"/>
              <a:ext cx="4614906" cy="1499832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D0BCF7D7-481E-42D9-B8B8-0A4F7D221E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82" t="73556" r="1246" b="646"/>
            <a:stretch/>
          </p:blipFill>
          <p:spPr>
            <a:xfrm>
              <a:off x="593199" y="2653748"/>
              <a:ext cx="4624846" cy="11222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390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2FB6D-5796-404D-B84B-07A0E1B9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Pre</a:t>
            </a:r>
            <a:r>
              <a:rPr lang="pt-BR" dirty="0"/>
              <a:t> 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3F86EF-2DD5-4D0C-8C3E-7E0E90A46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732450"/>
            <a:ext cx="3310334" cy="1795942"/>
          </a:xfrm>
        </p:spPr>
        <p:txBody>
          <a:bodyPr/>
          <a:lstStyle/>
          <a:p>
            <a:r>
              <a:rPr lang="pt-BR" dirty="0"/>
              <a:t>Organização dos dados</a:t>
            </a:r>
          </a:p>
          <a:p>
            <a:r>
              <a:rPr lang="pt-BR" dirty="0" err="1"/>
              <a:t>Dummy</a:t>
            </a:r>
            <a:r>
              <a:rPr lang="pt-BR" dirty="0"/>
              <a:t> </a:t>
            </a:r>
            <a:r>
              <a:rPr lang="pt-BR" dirty="0" err="1"/>
              <a:t>Variables</a:t>
            </a:r>
            <a:endParaRPr lang="pt-BR" dirty="0"/>
          </a:p>
          <a:p>
            <a:r>
              <a:rPr lang="pt-BR" dirty="0"/>
              <a:t>Seleção de dados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9E19D40-A5D4-4B9C-9AED-E1986B1485BC}"/>
              </a:ext>
            </a:extLst>
          </p:cNvPr>
          <p:cNvGrpSpPr/>
          <p:nvPr/>
        </p:nvGrpSpPr>
        <p:grpSpPr>
          <a:xfrm>
            <a:off x="6301408" y="1580050"/>
            <a:ext cx="5118653" cy="2793167"/>
            <a:chOff x="4575520" y="1580050"/>
            <a:chExt cx="6844542" cy="3634824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07D268FB-99EC-4ECA-BA28-F55ECE39F9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825" b="70870"/>
            <a:stretch/>
          </p:blipFill>
          <p:spPr>
            <a:xfrm>
              <a:off x="4595398" y="1580050"/>
              <a:ext cx="6824664" cy="181741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EE3D2FE-A68E-449A-97CA-B370B9D7D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281" t="74278" r="3826" b="-3408"/>
            <a:stretch/>
          </p:blipFill>
          <p:spPr>
            <a:xfrm>
              <a:off x="4575520" y="3397462"/>
              <a:ext cx="6844542" cy="1817412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1ADB13EB-922C-4452-B5DF-B2BC6003F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274" y="4210880"/>
            <a:ext cx="4664880" cy="2521227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38260ED6-C44B-4927-8AF5-E5BD261864FC}"/>
              </a:ext>
            </a:extLst>
          </p:cNvPr>
          <p:cNvSpPr/>
          <p:nvPr/>
        </p:nvSpPr>
        <p:spPr>
          <a:xfrm>
            <a:off x="6534936" y="4800600"/>
            <a:ext cx="1798982" cy="188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633FFAC-2DB7-4C81-AFDF-9B53820DDCF5}"/>
              </a:ext>
            </a:extLst>
          </p:cNvPr>
          <p:cNvSpPr/>
          <p:nvPr/>
        </p:nvSpPr>
        <p:spPr>
          <a:xfrm>
            <a:off x="6776787" y="2076244"/>
            <a:ext cx="2565995" cy="189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E5A4D88-64E0-4BCF-89E7-9709F3E3C845}"/>
              </a:ext>
            </a:extLst>
          </p:cNvPr>
          <p:cNvSpPr/>
          <p:nvPr/>
        </p:nvSpPr>
        <p:spPr>
          <a:xfrm>
            <a:off x="6301408" y="1580050"/>
            <a:ext cx="5103787" cy="263083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C4C511D-2D1B-4D92-9476-9A0760EA882A}"/>
              </a:ext>
            </a:extLst>
          </p:cNvPr>
          <p:cNvSpPr/>
          <p:nvPr/>
        </p:nvSpPr>
        <p:spPr>
          <a:xfrm>
            <a:off x="6316275" y="4210880"/>
            <a:ext cx="4679746" cy="126061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1D5B4B-643F-45B0-B3D5-952F60074EC3}"/>
              </a:ext>
            </a:extLst>
          </p:cNvPr>
          <p:cNvSpPr/>
          <p:nvPr/>
        </p:nvSpPr>
        <p:spPr>
          <a:xfrm>
            <a:off x="6301407" y="5526157"/>
            <a:ext cx="4679746" cy="126061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09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2FB6D-5796-404D-B84B-07A0E1B9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Pre</a:t>
            </a:r>
            <a:r>
              <a:rPr lang="pt-BR" dirty="0"/>
              <a:t> processamento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0439414-6E86-4818-BE2C-42110BEA26D7}"/>
              </a:ext>
            </a:extLst>
          </p:cNvPr>
          <p:cNvGrpSpPr/>
          <p:nvPr/>
        </p:nvGrpSpPr>
        <p:grpSpPr>
          <a:xfrm>
            <a:off x="2076097" y="1580050"/>
            <a:ext cx="8039805" cy="2592158"/>
            <a:chOff x="1490869" y="1311693"/>
            <a:chExt cx="10605052" cy="3871011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8B1781DB-3F7C-423B-BC43-871257786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0869" y="1311693"/>
              <a:ext cx="10605052" cy="1810972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4888BE0B-2080-4C10-898E-2110C31E7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0869" y="3293617"/>
              <a:ext cx="10597143" cy="1889087"/>
            </a:xfrm>
            <a:prstGeom prst="rect">
              <a:avLst/>
            </a:prstGeom>
          </p:spPr>
        </p:pic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73DE2DD4-61A9-470A-AC85-6D442E4E7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485" y="4461766"/>
            <a:ext cx="4315032" cy="20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0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A7DA235C-A3AA-4F11-B73E-36103A128EAF}"/>
              </a:ext>
            </a:extLst>
          </p:cNvPr>
          <p:cNvSpPr/>
          <p:nvPr/>
        </p:nvSpPr>
        <p:spPr>
          <a:xfrm>
            <a:off x="7340052" y="1646515"/>
            <a:ext cx="4680675" cy="2297323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2DA071B-2A98-4EF5-AB0B-FA61FA47F7CC}"/>
              </a:ext>
            </a:extLst>
          </p:cNvPr>
          <p:cNvSpPr/>
          <p:nvPr/>
        </p:nvSpPr>
        <p:spPr>
          <a:xfrm>
            <a:off x="159026" y="1699455"/>
            <a:ext cx="4680675" cy="2297323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02FB6D-5796-404D-B84B-07A0E1B9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Pre</a:t>
            </a:r>
            <a:r>
              <a:rPr lang="pt-BR" dirty="0"/>
              <a:t> processamento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CE8A0BE-4BAD-4213-A97D-F6800DA7E05A}"/>
              </a:ext>
            </a:extLst>
          </p:cNvPr>
          <p:cNvSpPr txBox="1">
            <a:spLocks/>
          </p:cNvSpPr>
          <p:nvPr/>
        </p:nvSpPr>
        <p:spPr>
          <a:xfrm>
            <a:off x="2868421" y="4595828"/>
            <a:ext cx="6437222" cy="13751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400" dirty="0"/>
              <a:t>Devo retirar os outliers?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679DFE7-13D3-4D97-9FD9-1B2D2EB329BF}"/>
              </a:ext>
            </a:extLst>
          </p:cNvPr>
          <p:cNvSpPr/>
          <p:nvPr/>
        </p:nvSpPr>
        <p:spPr>
          <a:xfrm>
            <a:off x="883247" y="2494450"/>
            <a:ext cx="1292087" cy="130202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8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21E9DF5-4676-4F39-BD1D-052303E6BDF6}"/>
              </a:ext>
            </a:extLst>
          </p:cNvPr>
          <p:cNvSpPr/>
          <p:nvPr/>
        </p:nvSpPr>
        <p:spPr>
          <a:xfrm>
            <a:off x="9096256" y="2484511"/>
            <a:ext cx="1292087" cy="1302026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078AB26-454A-4709-8A30-F411ED2584D3}"/>
              </a:ext>
            </a:extLst>
          </p:cNvPr>
          <p:cNvSpPr/>
          <p:nvPr/>
        </p:nvSpPr>
        <p:spPr>
          <a:xfrm>
            <a:off x="2511610" y="2494450"/>
            <a:ext cx="1292087" cy="130202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7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DE57BA7D-428E-4412-9D33-687374F8B19E}"/>
              </a:ext>
            </a:extLst>
          </p:cNvPr>
          <p:cNvSpPr txBox="1">
            <a:spLocks/>
          </p:cNvSpPr>
          <p:nvPr/>
        </p:nvSpPr>
        <p:spPr>
          <a:xfrm>
            <a:off x="-339593" y="1352698"/>
            <a:ext cx="5702405" cy="13751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400" dirty="0" err="1"/>
              <a:t>N_max</a:t>
            </a:r>
            <a:r>
              <a:rPr lang="pt-BR" sz="4400" dirty="0"/>
              <a:t> de vendas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C0255C5A-FFC5-4C31-9205-697DCAAC7DAF}"/>
              </a:ext>
            </a:extLst>
          </p:cNvPr>
          <p:cNvSpPr txBox="1">
            <a:spLocks/>
          </p:cNvSpPr>
          <p:nvPr/>
        </p:nvSpPr>
        <p:spPr>
          <a:xfrm>
            <a:off x="3270919" y="1271801"/>
            <a:ext cx="5702405" cy="13751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400" dirty="0"/>
              <a:t>Média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CAB4FF5-DD17-497F-93EE-B11688A3CA5A}"/>
              </a:ext>
            </a:extLst>
          </p:cNvPr>
          <p:cNvSpPr/>
          <p:nvPr/>
        </p:nvSpPr>
        <p:spPr>
          <a:xfrm>
            <a:off x="5440989" y="2494450"/>
            <a:ext cx="1292087" cy="130202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0.83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A85EFEB-3E52-4BBA-B11A-69DAF7295BDA}"/>
              </a:ext>
            </a:extLst>
          </p:cNvPr>
          <p:cNvSpPr txBox="1">
            <a:spLocks/>
          </p:cNvSpPr>
          <p:nvPr/>
        </p:nvSpPr>
        <p:spPr>
          <a:xfrm>
            <a:off x="6891098" y="1344960"/>
            <a:ext cx="5702405" cy="13751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N_min</a:t>
            </a:r>
            <a:r>
              <a:rPr lang="pt-BR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de vendas</a:t>
            </a:r>
          </a:p>
        </p:txBody>
      </p:sp>
    </p:spTree>
    <p:extLst>
      <p:ext uri="{BB962C8B-B14F-4D97-AF65-F5344CB8AC3E}">
        <p14:creationId xmlns:p14="http://schemas.microsoft.com/office/powerpoint/2010/main" val="3350327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2FB6D-5796-404D-B84B-07A0E1B9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Pre</a:t>
            </a:r>
            <a:r>
              <a:rPr lang="pt-BR" dirty="0"/>
              <a:t> processamento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CE8A0BE-4BAD-4213-A97D-F6800DA7E05A}"/>
              </a:ext>
            </a:extLst>
          </p:cNvPr>
          <p:cNvSpPr txBox="1">
            <a:spLocks/>
          </p:cNvSpPr>
          <p:nvPr/>
        </p:nvSpPr>
        <p:spPr>
          <a:xfrm>
            <a:off x="2458106" y="2273066"/>
            <a:ext cx="7275787" cy="23118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600" dirty="0"/>
              <a:t>Devo separar treino/validação/teste de maneira aleatória?</a:t>
            </a:r>
          </a:p>
        </p:txBody>
      </p:sp>
    </p:spTree>
    <p:extLst>
      <p:ext uri="{BB962C8B-B14F-4D97-AF65-F5344CB8AC3E}">
        <p14:creationId xmlns:p14="http://schemas.microsoft.com/office/powerpoint/2010/main" val="2886196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2FB6D-5796-404D-B84B-07A0E1B9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56" y="341243"/>
            <a:ext cx="3966318" cy="97045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/>
              <a:t>Pra dar um pouco</a:t>
            </a:r>
            <a:br>
              <a:rPr lang="pt-BR" dirty="0"/>
            </a:br>
            <a:r>
              <a:rPr lang="pt-BR" dirty="0"/>
              <a:t> de medo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F57E3CC-27CF-4E5B-903A-3F27F59F5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363" y="0"/>
            <a:ext cx="34667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99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E91F8-F335-4F2A-BE6D-42D4EA449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5455" y="2199589"/>
            <a:ext cx="7107083" cy="155740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sz="4000" dirty="0"/>
              <a:t>Modelo 1:</a:t>
            </a:r>
          </a:p>
          <a:p>
            <a:pPr marL="36900" indent="0">
              <a:buNone/>
            </a:pPr>
            <a:r>
              <a:rPr lang="pt-BR" sz="4000" dirty="0"/>
              <a:t>DNN (</a:t>
            </a:r>
            <a:r>
              <a:rPr lang="pt-BR" sz="4000" dirty="0" err="1"/>
              <a:t>Deep</a:t>
            </a:r>
            <a:r>
              <a:rPr lang="pt-BR" sz="4000" dirty="0"/>
              <a:t> Neural Network)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40CA8C-DDFF-40CC-AF37-DCC5C9A6CB8A}"/>
              </a:ext>
            </a:extLst>
          </p:cNvPr>
          <p:cNvSpPr/>
          <p:nvPr/>
        </p:nvSpPr>
        <p:spPr>
          <a:xfrm>
            <a:off x="1580322" y="0"/>
            <a:ext cx="56653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134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8E53F-DC3D-43B8-A327-CDBFE2FF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21365"/>
            <a:ext cx="10353762" cy="970450"/>
          </a:xfrm>
        </p:spPr>
        <p:txBody>
          <a:bodyPr/>
          <a:lstStyle/>
          <a:p>
            <a:r>
              <a:rPr lang="pt-BR" dirty="0"/>
              <a:t>Resultado de um dos testes com DNN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4E7870-16BF-4538-AFF9-E67427FCC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571" y="1725503"/>
            <a:ext cx="6122921" cy="366733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9E28112-F64C-4685-B933-8E4C37D34DAC}"/>
              </a:ext>
            </a:extLst>
          </p:cNvPr>
          <p:cNvSpPr txBox="1"/>
          <p:nvPr/>
        </p:nvSpPr>
        <p:spPr>
          <a:xfrm>
            <a:off x="569365" y="1540837"/>
            <a:ext cx="31880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RMSE validação = 0,8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A30F8D-CF9D-4D3F-8DFA-890E4024432F}"/>
              </a:ext>
            </a:extLst>
          </p:cNvPr>
          <p:cNvSpPr txBox="1"/>
          <p:nvPr/>
        </p:nvSpPr>
        <p:spPr>
          <a:xfrm>
            <a:off x="6622774" y="1282148"/>
            <a:ext cx="3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Vendas absolutas da semana x semana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E42526-2E48-4ABF-9375-41C5C80876D1}"/>
              </a:ext>
            </a:extLst>
          </p:cNvPr>
          <p:cNvSpPr txBox="1"/>
          <p:nvPr/>
        </p:nvSpPr>
        <p:spPr>
          <a:xfrm>
            <a:off x="4582553" y="3189837"/>
            <a:ext cx="1855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RMSE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927B85-28F3-48AC-A980-CE2B9D5E345C}"/>
              </a:ext>
            </a:extLst>
          </p:cNvPr>
          <p:cNvSpPr txBox="1"/>
          <p:nvPr/>
        </p:nvSpPr>
        <p:spPr>
          <a:xfrm>
            <a:off x="8145829" y="5392836"/>
            <a:ext cx="90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Epoch</a:t>
            </a:r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E3F967-BF59-4348-9602-8DA3771D62E1}"/>
              </a:ext>
            </a:extLst>
          </p:cNvPr>
          <p:cNvSpPr txBox="1"/>
          <p:nvPr/>
        </p:nvSpPr>
        <p:spPr>
          <a:xfrm>
            <a:off x="569365" y="2124603"/>
            <a:ext cx="31880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RMSE treino= 1,4</a:t>
            </a:r>
          </a:p>
        </p:txBody>
      </p:sp>
    </p:spTree>
    <p:extLst>
      <p:ext uri="{BB962C8B-B14F-4D97-AF65-F5344CB8AC3E}">
        <p14:creationId xmlns:p14="http://schemas.microsoft.com/office/powerpoint/2010/main" val="2517807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E91F8-F335-4F2A-BE6D-42D4EA449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5455" y="2199589"/>
            <a:ext cx="7107083" cy="2153750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pt-BR" sz="4000" dirty="0"/>
              <a:t>Modelo 2:</a:t>
            </a:r>
          </a:p>
          <a:p>
            <a:pPr marL="36900" indent="0">
              <a:buNone/>
            </a:pPr>
            <a:r>
              <a:rPr lang="pt-BR" sz="4000" dirty="0" err="1"/>
              <a:t>Random</a:t>
            </a:r>
            <a:r>
              <a:rPr lang="pt-BR" sz="4000" dirty="0"/>
              <a:t> Forest </a:t>
            </a:r>
            <a:r>
              <a:rPr lang="pt-BR" sz="4000" dirty="0" err="1"/>
              <a:t>Regressor</a:t>
            </a:r>
            <a:endParaRPr lang="pt-BR" sz="4000" dirty="0"/>
          </a:p>
          <a:p>
            <a:pPr marL="36900" indent="0">
              <a:buNone/>
            </a:pPr>
            <a:r>
              <a:rPr lang="pt-BR" sz="4000" dirty="0"/>
              <a:t>Com agregação temporal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40CA8C-DDFF-40CC-AF37-DCC5C9A6CB8A}"/>
              </a:ext>
            </a:extLst>
          </p:cNvPr>
          <p:cNvSpPr/>
          <p:nvPr/>
        </p:nvSpPr>
        <p:spPr>
          <a:xfrm>
            <a:off x="1580322" y="0"/>
            <a:ext cx="56653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031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8E53F-DC3D-43B8-A327-CDBFE2FF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1791"/>
            <a:ext cx="10353762" cy="970450"/>
          </a:xfrm>
        </p:spPr>
        <p:txBody>
          <a:bodyPr/>
          <a:lstStyle/>
          <a:p>
            <a:r>
              <a:rPr lang="pt-BR" dirty="0"/>
              <a:t>Resultados de agregação de temporal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33A44-0B8D-467D-B5FB-8039059A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10915"/>
            <a:ext cx="5263959" cy="360624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C0CBABD-1DDA-412A-B733-7742B26ABAA1}"/>
              </a:ext>
            </a:extLst>
          </p:cNvPr>
          <p:cNvSpPr txBox="1"/>
          <p:nvPr/>
        </p:nvSpPr>
        <p:spPr>
          <a:xfrm>
            <a:off x="569365" y="1540837"/>
            <a:ext cx="31880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RMSE = 0,5585814987315157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AFC87B-5922-43E3-AD5D-1E32D17549B6}"/>
              </a:ext>
            </a:extLst>
          </p:cNvPr>
          <p:cNvSpPr txBox="1"/>
          <p:nvPr/>
        </p:nvSpPr>
        <p:spPr>
          <a:xfrm>
            <a:off x="6622774" y="1282148"/>
            <a:ext cx="3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Vendas absolutas da semana x semana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B700323-6FBE-48CE-83E0-A4D47C8B743A}"/>
              </a:ext>
            </a:extLst>
          </p:cNvPr>
          <p:cNvSpPr txBox="1"/>
          <p:nvPr/>
        </p:nvSpPr>
        <p:spPr>
          <a:xfrm>
            <a:off x="4135623" y="3170311"/>
            <a:ext cx="1855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Vendas absolutas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ACE983-2CC3-4ED8-B4D2-1BE0A6B55299}"/>
              </a:ext>
            </a:extLst>
          </p:cNvPr>
          <p:cNvSpPr txBox="1"/>
          <p:nvPr/>
        </p:nvSpPr>
        <p:spPr>
          <a:xfrm>
            <a:off x="8145829" y="5376598"/>
            <a:ext cx="3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Semana</a:t>
            </a:r>
          </a:p>
        </p:txBody>
      </p:sp>
    </p:spTree>
    <p:extLst>
      <p:ext uri="{BB962C8B-B14F-4D97-AF65-F5344CB8AC3E}">
        <p14:creationId xmlns:p14="http://schemas.microsoft.com/office/powerpoint/2010/main" val="4256857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4D2BCFF-5912-4B53-AB88-D117CA764BA0}"/>
              </a:ext>
            </a:extLst>
          </p:cNvPr>
          <p:cNvSpPr/>
          <p:nvPr/>
        </p:nvSpPr>
        <p:spPr>
          <a:xfrm>
            <a:off x="924443" y="2126838"/>
            <a:ext cx="4860131" cy="53684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4D715-8866-44B0-BD45-3E6E6D8D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18CA62-6890-449D-B0F7-76F6C9C7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Testar modelos de séries temporais LSTM e RNN</a:t>
            </a:r>
          </a:p>
          <a:p>
            <a:r>
              <a:rPr lang="pt-BR" dirty="0"/>
              <a:t>Criar funções de erro personalizadas</a:t>
            </a:r>
          </a:p>
          <a:p>
            <a:r>
              <a:rPr lang="pt-BR" dirty="0"/>
              <a:t>Seguir estratégias de agregação de tempo</a:t>
            </a:r>
          </a:p>
          <a:p>
            <a:r>
              <a:rPr lang="pt-BR" dirty="0"/>
              <a:t>Testar o </a:t>
            </a:r>
            <a:r>
              <a:rPr lang="pt-BR" dirty="0" err="1"/>
              <a:t>agregamento</a:t>
            </a:r>
            <a:r>
              <a:rPr lang="pt-BR" dirty="0"/>
              <a:t> de categorias</a:t>
            </a:r>
          </a:p>
          <a:p>
            <a:r>
              <a:rPr lang="pt-BR" dirty="0"/>
              <a:t>Seguir outra estratégia como Top </a:t>
            </a:r>
            <a:r>
              <a:rPr lang="pt-BR" dirty="0" err="1"/>
              <a:t>down</a:t>
            </a:r>
            <a:r>
              <a:rPr lang="pt-BR" dirty="0"/>
              <a:t> ou </a:t>
            </a:r>
            <a:r>
              <a:rPr lang="pt-BR" dirty="0" err="1"/>
              <a:t>Middle</a:t>
            </a:r>
            <a:r>
              <a:rPr lang="pt-BR" dirty="0"/>
              <a:t> out</a:t>
            </a:r>
          </a:p>
          <a:p>
            <a:r>
              <a:rPr lang="pt-BR" dirty="0"/>
              <a:t>Utilizar redes neurais para definir pesos históricos (Top </a:t>
            </a:r>
            <a:r>
              <a:rPr lang="pt-BR" dirty="0" err="1"/>
              <a:t>down</a:t>
            </a:r>
            <a:r>
              <a:rPr lang="pt-BR" dirty="0"/>
              <a:t> ou </a:t>
            </a:r>
            <a:r>
              <a:rPr lang="pt-BR" dirty="0" err="1"/>
              <a:t>Middle</a:t>
            </a:r>
            <a:r>
              <a:rPr lang="pt-BR" dirty="0"/>
              <a:t> )</a:t>
            </a:r>
          </a:p>
          <a:p>
            <a:r>
              <a:rPr lang="pt-BR" dirty="0"/>
              <a:t>Salvar modelo em cloud ()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EDAC38-BA69-4D36-B697-6B97E83A3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722" y="1717263"/>
            <a:ext cx="2895600" cy="8191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71440DB-8786-43E6-B543-F223BD38C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763" y="2763631"/>
            <a:ext cx="25527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4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0AF48-CD51-48CC-852B-171B66120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Links Recomendados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68D83F-E169-4340-8B39-D20C322A8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https://youtu.be/nKJlF-olKmg</a:t>
            </a:r>
            <a:r>
              <a:rPr lang="pt-BR" dirty="0"/>
              <a:t> (</a:t>
            </a:r>
            <a:r>
              <a:rPr lang="en-US" dirty="0">
                <a:effectLst/>
              </a:rPr>
              <a:t>9 Examples of Specification Gaming</a:t>
            </a:r>
            <a:r>
              <a:rPr lang="pt-BR" dirty="0"/>
              <a:t>)</a:t>
            </a:r>
          </a:p>
          <a:p>
            <a:r>
              <a:rPr lang="pt-BR" dirty="0">
                <a:hlinkClick r:id="rId3"/>
              </a:rPr>
              <a:t>https://www.youtube.com/watch?v=PYylPRX6z4Q&amp;t=298s</a:t>
            </a:r>
            <a:r>
              <a:rPr lang="pt-BR" dirty="0"/>
              <a:t> (</a:t>
            </a:r>
            <a:r>
              <a:rPr lang="en-US" dirty="0">
                <a:effectLst/>
              </a:rPr>
              <a:t>Training AI Without Writing A Reward Function, with Reward Modelling</a:t>
            </a:r>
            <a:r>
              <a:rPr lang="pt-BR" dirty="0"/>
              <a:t>)</a:t>
            </a:r>
          </a:p>
          <a:p>
            <a:r>
              <a:rPr lang="pt-BR" dirty="0">
                <a:hlinkClick r:id="rId4"/>
              </a:rPr>
              <a:t>https://www.kaggle.com/c/m5-forecasting-accuracy/overview</a:t>
            </a:r>
            <a:r>
              <a:rPr lang="pt-BR" dirty="0"/>
              <a:t> (Competição </a:t>
            </a:r>
            <a:r>
              <a:rPr lang="pt-BR" dirty="0" err="1"/>
              <a:t>Kaggle</a:t>
            </a:r>
            <a:r>
              <a:rPr lang="pt-BR" dirty="0"/>
              <a:t>)</a:t>
            </a:r>
          </a:p>
          <a:p>
            <a:r>
              <a:rPr lang="pt-BR" dirty="0">
                <a:hlinkClick r:id="rId5"/>
              </a:rPr>
              <a:t>https://medium.com/opex-analytics/hierarchical-time-series-101-734a3da15426</a:t>
            </a:r>
            <a:r>
              <a:rPr lang="pt-BR" dirty="0"/>
              <a:t> (Series temporais hierárquicas)</a:t>
            </a:r>
          </a:p>
          <a:p>
            <a:r>
              <a:rPr lang="pt-BR" dirty="0">
                <a:hlinkClick r:id="rId6"/>
              </a:rPr>
              <a:t>https://otexts.com/fpp2/</a:t>
            </a:r>
            <a:r>
              <a:rPr lang="pt-BR" dirty="0"/>
              <a:t> (Princípios e práticas)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091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280</TotalTime>
  <Words>462</Words>
  <Application>Microsoft Office PowerPoint</Application>
  <PresentationFormat>Widescreen</PresentationFormat>
  <Paragraphs>112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Calisto MT</vt:lpstr>
      <vt:lpstr>Wingdings 2</vt:lpstr>
      <vt:lpstr>Ardósia</vt:lpstr>
      <vt:lpstr>Séries Temporais Hierárquicas</vt:lpstr>
      <vt:lpstr>Prever as vendas unitárias de varejo do Walmart</vt:lpstr>
      <vt:lpstr>O que é uma série temporal hierárquica?</vt:lpstr>
      <vt:lpstr>O que é uma série temporal hierárquica?</vt:lpstr>
      <vt:lpstr>Como abordar o Problema?</vt:lpstr>
      <vt:lpstr>Top down</vt:lpstr>
      <vt:lpstr>Bottom up</vt:lpstr>
      <vt:lpstr>Middle out </vt:lpstr>
      <vt:lpstr>The optimal combination/reconciliation approach</vt:lpstr>
      <vt:lpstr>Qual modelo eu devo utilizar?</vt:lpstr>
      <vt:lpstr>Recomendações da equipe</vt:lpstr>
      <vt:lpstr>Informações do nosso desafio</vt:lpstr>
      <vt:lpstr>Prever as vendas unitárias de varejo do Walmart</vt:lpstr>
      <vt:lpstr>M5 – Forecasting competition</vt:lpstr>
      <vt:lpstr>Árvore hierárquica do problema abordado</vt:lpstr>
      <vt:lpstr>Informações da Árvore</vt:lpstr>
      <vt:lpstr>Pre processamento</vt:lpstr>
      <vt:lpstr>Pre processamento</vt:lpstr>
      <vt:lpstr>Pre processamento</vt:lpstr>
      <vt:lpstr>Pre processamento</vt:lpstr>
      <vt:lpstr>Pra dar um pouco  de medo</vt:lpstr>
      <vt:lpstr>Apresentação do PowerPoint</vt:lpstr>
      <vt:lpstr>Resultado de um dos testes com DNN</vt:lpstr>
      <vt:lpstr>Apresentação do PowerPoint</vt:lpstr>
      <vt:lpstr>Resultados de agregação de temporal</vt:lpstr>
      <vt:lpstr>Próximos passo</vt:lpstr>
      <vt:lpstr>Links Recomendados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Juliano Nassar</dc:creator>
  <cp:lastModifiedBy>Juliano Nassar</cp:lastModifiedBy>
  <cp:revision>35</cp:revision>
  <dcterms:created xsi:type="dcterms:W3CDTF">2020-06-23T11:13:19Z</dcterms:created>
  <dcterms:modified xsi:type="dcterms:W3CDTF">2020-06-24T23:30:53Z</dcterms:modified>
</cp:coreProperties>
</file>